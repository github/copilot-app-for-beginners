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4" Type="http://schemas.openxmlformats.org/officeDocument/2006/relationships/hyperlink" Target="https://github.com/github/copilot-app-for-beginners/tree/main/00-setup"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3" Type="http://schemas.openxmlformats.org/officeDocument/2006/relationships/image" Target="../media/image-3-2.jp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0-setup" TargetMode="External"/><Relationship Id="rId4"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3" Type="http://schemas.openxmlformats.org/officeDocument/2006/relationships/image" Target="../media/image-14-2.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00</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0-setup"/>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241524"/>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7" name="Text 4"/>
          <p:cNvSpPr/>
          <p:nvPr/>
        </p:nvSpPr>
        <p:spPr>
          <a:xfrm>
            <a:off x="609600" y="1552575"/>
            <a:ext cx="5052060"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Set Up the GitHub Copilot app</a:t>
            </a:r>
            <a:endParaRPr lang="en-US" sz="4000" dirty="0"/>
          </a:p>
        </p:txBody>
      </p:sp>
      <p:sp>
        <p:nvSpPr>
          <p:cNvPr id="8" name="Text 5"/>
          <p:cNvSpPr/>
          <p:nvPr/>
        </p:nvSpPr>
        <p:spPr>
          <a:xfrm>
            <a:off x="609600" y="2949476"/>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3241477"/>
            <a:ext cx="5052060"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1500188"/>
            <a:ext cx="8127950" cy="0"/>
          </a:xfrm>
          <a:prstGeom prst="line">
            <a:avLst/>
          </a:prstGeom>
          <a:noFill/>
          <a:ln w="9525">
            <a:solidFill>
              <a:srgbClr val="9CD7FF"/>
            </a:solidFill>
            <a:prstDash val="solid"/>
          </a:ln>
        </p:spPr>
      </p:sp>
      <p:sp>
        <p:nvSpPr>
          <p:cNvPr id="10" name="Shape 7"/>
          <p:cNvSpPr/>
          <p:nvPr/>
        </p:nvSpPr>
        <p:spPr>
          <a:xfrm>
            <a:off x="8631138" y="1495425"/>
            <a:ext cx="0" cy="857250"/>
          </a:xfrm>
          <a:prstGeom prst="line">
            <a:avLst/>
          </a:prstGeom>
          <a:noFill/>
          <a:ln w="9525">
            <a:solidFill>
              <a:srgbClr val="9CD7FF"/>
            </a:solidFill>
            <a:prstDash val="solid"/>
          </a:ln>
        </p:spPr>
      </p:sp>
      <p:sp>
        <p:nvSpPr>
          <p:cNvPr id="11" name="Shape 8"/>
          <p:cNvSpPr/>
          <p:nvPr/>
        </p:nvSpPr>
        <p:spPr>
          <a:xfrm>
            <a:off x="507950" y="2347913"/>
            <a:ext cx="8127950" cy="0"/>
          </a:xfrm>
          <a:prstGeom prst="line">
            <a:avLst/>
          </a:prstGeom>
          <a:noFill/>
          <a:ln w="9525">
            <a:solidFill>
              <a:srgbClr val="9CD7FF"/>
            </a:solidFill>
            <a:prstDash val="solid"/>
          </a:ln>
        </p:spPr>
      </p:sp>
      <p:sp>
        <p:nvSpPr>
          <p:cNvPr id="12" name="Shape 9"/>
          <p:cNvSpPr/>
          <p:nvPr/>
        </p:nvSpPr>
        <p:spPr>
          <a:xfrm>
            <a:off x="546050" y="1495425"/>
            <a:ext cx="0" cy="857250"/>
          </a:xfrm>
          <a:prstGeom prst="line">
            <a:avLst/>
          </a:prstGeom>
          <a:noFill/>
          <a:ln w="76200">
            <a:solidFill>
              <a:srgbClr val="0969DA"/>
            </a:solidFill>
            <a:prstDash val="solid"/>
          </a:ln>
        </p:spPr>
      </p:sp>
      <p:sp>
        <p:nvSpPr>
          <p:cNvPr id="13" name="Text 10"/>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2"/>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3"/>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2509838"/>
            <a:ext cx="8127950" cy="0"/>
          </a:xfrm>
          <a:prstGeom prst="line">
            <a:avLst/>
          </a:prstGeom>
          <a:noFill/>
          <a:ln w="9525">
            <a:solidFill>
              <a:srgbClr val="E0C5FF"/>
            </a:solidFill>
            <a:prstDash val="solid"/>
          </a:ln>
        </p:spPr>
      </p:sp>
      <p:sp>
        <p:nvSpPr>
          <p:cNvPr id="18" name="Shape 15"/>
          <p:cNvSpPr/>
          <p:nvPr/>
        </p:nvSpPr>
        <p:spPr>
          <a:xfrm>
            <a:off x="8631138" y="2505075"/>
            <a:ext cx="0" cy="857250"/>
          </a:xfrm>
          <a:prstGeom prst="line">
            <a:avLst/>
          </a:prstGeom>
          <a:noFill/>
          <a:ln w="9525">
            <a:solidFill>
              <a:srgbClr val="E0C5FF"/>
            </a:solidFill>
            <a:prstDash val="solid"/>
          </a:ln>
        </p:spPr>
      </p:sp>
      <p:sp>
        <p:nvSpPr>
          <p:cNvPr id="19" name="Shape 16"/>
          <p:cNvSpPr/>
          <p:nvPr/>
        </p:nvSpPr>
        <p:spPr>
          <a:xfrm>
            <a:off x="507950" y="3357563"/>
            <a:ext cx="8127950" cy="0"/>
          </a:xfrm>
          <a:prstGeom prst="line">
            <a:avLst/>
          </a:prstGeom>
          <a:noFill/>
          <a:ln w="9525">
            <a:solidFill>
              <a:srgbClr val="E0C5FF"/>
            </a:solidFill>
            <a:prstDash val="solid"/>
          </a:ln>
        </p:spPr>
      </p:sp>
      <p:sp>
        <p:nvSpPr>
          <p:cNvPr id="20" name="Shape 17"/>
          <p:cNvSpPr/>
          <p:nvPr/>
        </p:nvSpPr>
        <p:spPr>
          <a:xfrm>
            <a:off x="546050" y="2505075"/>
            <a:ext cx="0" cy="857250"/>
          </a:xfrm>
          <a:prstGeom prst="line">
            <a:avLst/>
          </a:prstGeom>
          <a:noFill/>
          <a:ln w="76200">
            <a:solidFill>
              <a:srgbClr val="8250DF"/>
            </a:solidFill>
            <a:prstDash val="solid"/>
          </a:ln>
        </p:spPr>
      </p:sp>
      <p:sp>
        <p:nvSpPr>
          <p:cNvPr id="21" name="Text 18"/>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20"/>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1"/>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2"/>
          <p:cNvSpPr/>
          <p:nvPr/>
        </p:nvSpPr>
        <p:spPr>
          <a:xfrm>
            <a:off x="507950" y="3519488"/>
            <a:ext cx="8127950" cy="0"/>
          </a:xfrm>
          <a:prstGeom prst="line">
            <a:avLst/>
          </a:prstGeom>
          <a:noFill/>
          <a:ln w="9525">
            <a:solidFill>
              <a:srgbClr val="8CE7A5"/>
            </a:solidFill>
            <a:prstDash val="solid"/>
          </a:ln>
        </p:spPr>
      </p:sp>
      <p:sp>
        <p:nvSpPr>
          <p:cNvPr id="26" name="Shape 23"/>
          <p:cNvSpPr/>
          <p:nvPr/>
        </p:nvSpPr>
        <p:spPr>
          <a:xfrm>
            <a:off x="8631138" y="3514725"/>
            <a:ext cx="0" cy="857250"/>
          </a:xfrm>
          <a:prstGeom prst="line">
            <a:avLst/>
          </a:prstGeom>
          <a:noFill/>
          <a:ln w="9525">
            <a:solidFill>
              <a:srgbClr val="8CE7A5"/>
            </a:solidFill>
            <a:prstDash val="solid"/>
          </a:ln>
        </p:spPr>
      </p:sp>
      <p:sp>
        <p:nvSpPr>
          <p:cNvPr id="27" name="Shape 24"/>
          <p:cNvSpPr/>
          <p:nvPr/>
        </p:nvSpPr>
        <p:spPr>
          <a:xfrm>
            <a:off x="507950" y="4367213"/>
            <a:ext cx="8127950" cy="0"/>
          </a:xfrm>
          <a:prstGeom prst="line">
            <a:avLst/>
          </a:prstGeom>
          <a:noFill/>
          <a:ln w="9525">
            <a:solidFill>
              <a:srgbClr val="8CE7A5"/>
            </a:solidFill>
            <a:prstDash val="solid"/>
          </a:ln>
        </p:spPr>
      </p:sp>
      <p:sp>
        <p:nvSpPr>
          <p:cNvPr id="28" name="Shape 25"/>
          <p:cNvSpPr/>
          <p:nvPr/>
        </p:nvSpPr>
        <p:spPr>
          <a:xfrm>
            <a:off x="546050" y="3514725"/>
            <a:ext cx="0" cy="857250"/>
          </a:xfrm>
          <a:prstGeom prst="line">
            <a:avLst/>
          </a:prstGeom>
          <a:noFill/>
          <a:ln w="76200">
            <a:solidFill>
              <a:srgbClr val="1A7F37"/>
            </a:solidFill>
            <a:prstDash val="solid"/>
          </a:ln>
        </p:spPr>
      </p:sp>
      <p:sp>
        <p:nvSpPr>
          <p:cNvPr id="29" name="Text 26"/>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7"/>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8"/>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0-studio-setup-soundcheck.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FaGithub-0969DA.png">    </p:cNvPr>
          <p:cNvPicPr>
            <a:picLocks noChangeAspect="1"/>
          </p:cNvPicPr>
          <p:nvPr/>
        </p:nvPicPr>
        <p:blipFill>
          <a:blip r:embed="rId4"/>
          <a:stretch>
            <a:fillRect/>
          </a:stretch>
        </p:blipFill>
        <p:spPr>
          <a:xfrm>
            <a:off x="5086350" y="1715988"/>
            <a:ext cx="215801" cy="215801"/>
          </a:xfrm>
          <a:prstGeom prst="rect">
            <a:avLst/>
          </a:prstGeom>
        </p:spPr>
      </p:pic>
      <p:sp>
        <p:nvSpPr>
          <p:cNvPr id="13" name="Text 8"/>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9"/>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10"/>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lug-8250DF.png">    </p:cNvPr>
          <p:cNvPicPr>
            <a:picLocks noChangeAspect="1"/>
          </p:cNvPicPr>
          <p:nvPr/>
        </p:nvPicPr>
        <p:blipFill>
          <a:blip r:embed="rId5"/>
          <a:stretch>
            <a:fillRect/>
          </a:stretch>
        </p:blipFill>
        <p:spPr>
          <a:xfrm>
            <a:off x="5086350" y="2574280"/>
            <a:ext cx="215801" cy="215801"/>
          </a:xfrm>
          <a:prstGeom prst="rect">
            <a:avLst/>
          </a:prstGeom>
        </p:spPr>
      </p:pic>
      <p:sp>
        <p:nvSpPr>
          <p:cNvPr id="17" name="Text 11"/>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2"/>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3"/>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Tasklist-1A7F37.png">    </p:cNvPr>
          <p:cNvPicPr>
            <a:picLocks noChangeAspect="1"/>
          </p:cNvPicPr>
          <p:nvPr/>
        </p:nvPicPr>
        <p:blipFill>
          <a:blip r:embed="rId6"/>
          <a:stretch>
            <a:fillRect/>
          </a:stretch>
        </p:blipFill>
        <p:spPr>
          <a:xfrm>
            <a:off x="5086350" y="3432572"/>
            <a:ext cx="215801" cy="215801"/>
          </a:xfrm>
          <a:prstGeom prst="rect">
            <a:avLst/>
          </a:prstGeom>
        </p:spPr>
      </p:pic>
      <p:sp>
        <p:nvSpPr>
          <p:cNvPr id="21" name="Text 14"/>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5"/>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6"/>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5" descr="/Users/danwahlin/.copilot/session-state/56a7a0da-def8-48d4-b5e8-0ac3878cb8dd/files/slides-build/icons/GoCopilot-BC4C00.png">    </p:cNvPr>
          <p:cNvPicPr>
            <a:picLocks noChangeAspect="1"/>
          </p:cNvPicPr>
          <p:nvPr/>
        </p:nvPicPr>
        <p:blipFill>
          <a:blip r:embed="rId7"/>
          <a:stretch>
            <a:fillRect/>
          </a:stretch>
        </p:blipFill>
        <p:spPr>
          <a:xfrm>
            <a:off x="5086350" y="4290864"/>
            <a:ext cx="215801" cy="215801"/>
          </a:xfrm>
          <a:prstGeom prst="rect">
            <a:avLst/>
          </a:prstGeom>
        </p:spPr>
      </p:pic>
      <p:sp>
        <p:nvSpPr>
          <p:cNvPr id="25" name="Text 17"/>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8"/>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6"/>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7"/>
          <p:cNvSpPr/>
          <p:nvPr/>
        </p:nvSpPr>
        <p:spPr>
          <a:xfrm>
            <a:off x="517475" y="2006650"/>
            <a:ext cx="8108900" cy="0"/>
          </a:xfrm>
          <a:prstGeom prst="line">
            <a:avLst/>
          </a:prstGeom>
          <a:noFill/>
          <a:ln w="9525">
            <a:solidFill>
              <a:srgbClr val="D1D9E0"/>
            </a:solidFill>
            <a:prstDash val="solid"/>
          </a:ln>
        </p:spPr>
      </p:sp>
      <p:sp>
        <p:nvSpPr>
          <p:cNvPr id="11" name="Text 8"/>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9"/>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10"/>
          <p:cNvSpPr/>
          <p:nvPr/>
        </p:nvSpPr>
        <p:spPr>
          <a:xfrm>
            <a:off x="517475" y="2648396"/>
            <a:ext cx="8108900" cy="0"/>
          </a:xfrm>
          <a:prstGeom prst="line">
            <a:avLst/>
          </a:prstGeom>
          <a:noFill/>
          <a:ln w="9525">
            <a:solidFill>
              <a:srgbClr val="D1D9E0"/>
            </a:solidFill>
            <a:prstDash val="solid"/>
          </a:ln>
        </p:spPr>
      </p:sp>
      <p:sp>
        <p:nvSpPr>
          <p:cNvPr id="14" name="Text 11"/>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2"/>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3"/>
          <p:cNvSpPr/>
          <p:nvPr/>
        </p:nvSpPr>
        <p:spPr>
          <a:xfrm>
            <a:off x="517475" y="3075533"/>
            <a:ext cx="8108900" cy="0"/>
          </a:xfrm>
          <a:prstGeom prst="line">
            <a:avLst/>
          </a:prstGeom>
          <a:noFill/>
          <a:ln w="9525">
            <a:solidFill>
              <a:srgbClr val="D1D9E0"/>
            </a:solidFill>
            <a:prstDash val="solid"/>
          </a:ln>
        </p:spPr>
      </p:sp>
      <p:sp>
        <p:nvSpPr>
          <p:cNvPr id="17" name="Text 14"/>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5"/>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6"/>
          <p:cNvSpPr/>
          <p:nvPr/>
        </p:nvSpPr>
        <p:spPr>
          <a:xfrm>
            <a:off x="517475" y="3512195"/>
            <a:ext cx="8108900" cy="0"/>
          </a:xfrm>
          <a:prstGeom prst="line">
            <a:avLst/>
          </a:prstGeom>
          <a:noFill/>
          <a:ln w="9525">
            <a:solidFill>
              <a:srgbClr val="D1D9E0"/>
            </a:solidFill>
            <a:prstDash val="solid"/>
          </a:ln>
        </p:spPr>
      </p:sp>
      <p:sp>
        <p:nvSpPr>
          <p:cNvPr id="20" name="Text 17"/>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8"/>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9"/>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20"/>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1"/>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1" descr="/Users/danwahlin/.copilot/session-state/56a7a0da-def8-48d4-b5e8-0ac3878cb8dd/files/slides-build/icons/GoInfo-0969DA.png">    </p:cNvPr>
          <p:cNvPicPr>
            <a:picLocks noChangeAspect="1"/>
          </p:cNvPicPr>
          <p:nvPr/>
        </p:nvPicPr>
        <p:blipFill>
          <a:blip r:embed="rId3"/>
          <a:stretch>
            <a:fillRect/>
          </a:stretch>
        </p:blipFill>
        <p:spPr>
          <a:xfrm>
            <a:off x="695176" y="4277916"/>
            <a:ext cx="203150" cy="203150"/>
          </a:xfrm>
          <a:prstGeom prst="rect">
            <a:avLst/>
          </a:prstGeom>
        </p:spPr>
      </p:pic>
      <p:sp>
        <p:nvSpPr>
          <p:cNvPr id="26" name="Text 22"/>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9"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0"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5"/>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6"/>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7"/>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8"/>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9"/>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10"/>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1"/>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2"/>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3"/>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4"/>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5"/>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6"/>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7"/>
          <p:cNvSpPr/>
          <p:nvPr/>
        </p:nvSpPr>
        <p:spPr>
          <a:xfrm>
            <a:off x="4320927" y="1950690"/>
            <a:ext cx="4311551" cy="1940421"/>
          </a:xfrm>
          <a:prstGeom prst="roundRect">
            <a:avLst>
              <a:gd name="adj" fmla="val 392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1" descr="/Users/danwahlin/.copilot/session-state/56a7a0da-def8-48d4-b5e8-0ac3878cb8dd/files/slides-build/img/00-app-sign-in.png">    </p:cNvPr>
          <p:cNvPicPr>
            <a:picLocks noChangeAspect="1"/>
          </p:cNvPicPr>
          <p:nvPr/>
        </p:nvPicPr>
        <p:blipFill>
          <a:blip r:embed="rId3"/>
          <a:stretch>
            <a:fillRect/>
          </a:stretch>
        </p:blipFill>
        <p:spPr>
          <a:xfrm>
            <a:off x="4368552" y="1998315"/>
            <a:ext cx="4216301" cy="18451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0"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6"/>
          <p:cNvSpPr/>
          <p:nvPr/>
        </p:nvSpPr>
        <p:spPr>
          <a:xfrm>
            <a:off x="507950" y="17453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7"/>
          <p:cNvSpPr/>
          <p:nvPr/>
        </p:nvSpPr>
        <p:spPr>
          <a:xfrm>
            <a:off x="602615" y="17896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939701" y="174530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9"/>
          <p:cNvSpPr/>
          <p:nvPr/>
        </p:nvSpPr>
        <p:spPr>
          <a:xfrm>
            <a:off x="939701" y="1992809"/>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10"/>
          <p:cNvSpPr/>
          <p:nvPr/>
        </p:nvSpPr>
        <p:spPr>
          <a:xfrm>
            <a:off x="507950" y="286003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1"/>
          <p:cNvSpPr/>
          <p:nvPr/>
        </p:nvSpPr>
        <p:spPr>
          <a:xfrm>
            <a:off x="602615" y="290438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939701" y="286003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3"/>
          <p:cNvSpPr/>
          <p:nvPr/>
        </p:nvSpPr>
        <p:spPr>
          <a:xfrm>
            <a:off x="939701" y="310753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Projects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7" name="Text 14"/>
          <p:cNvSpPr/>
          <p:nvPr/>
        </p:nvSpPr>
        <p:spPr>
          <a:xfrm>
            <a:off x="507950" y="375761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5"/>
          <p:cNvSpPr/>
          <p:nvPr/>
        </p:nvSpPr>
        <p:spPr>
          <a:xfrm>
            <a:off x="602615" y="38019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939701" y="3757613"/>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7"/>
          <p:cNvSpPr/>
          <p:nvPr/>
        </p:nvSpPr>
        <p:spPr>
          <a:xfrm>
            <a:off x="939701" y="4005114"/>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8"/>
          <p:cNvSpPr/>
          <p:nvPr/>
        </p:nvSpPr>
        <p:spPr>
          <a:xfrm>
            <a:off x="4320927" y="1610916"/>
            <a:ext cx="4311551" cy="2467570"/>
          </a:xfrm>
          <a:prstGeom prst="roundRect">
            <a:avLst>
              <a:gd name="adj" fmla="val 308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1" descr="/Users/danwahlin/.copilot/session-state/56a7a0da-def8-48d4-b5e8-0ac3878cb8dd/files/slides-build/img/00-add-project-crop.png">    </p:cNvPr>
          <p:cNvPicPr>
            <a:picLocks noChangeAspect="1"/>
          </p:cNvPicPr>
          <p:nvPr/>
        </p:nvPicPr>
        <p:blipFill>
          <a:blip r:embed="rId3"/>
          <a:stretch>
            <a:fillRect/>
          </a:stretch>
        </p:blipFill>
        <p:spPr>
          <a:xfrm>
            <a:off x="4368552" y="1658541"/>
            <a:ext cx="4216301" cy="2372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6"/>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0-checkout-crop.png">    </p:cNvPr>
          <p:cNvPicPr>
            <a:picLocks noChangeAspect="1"/>
          </p:cNvPicPr>
          <p:nvPr/>
        </p:nvPicPr>
        <p:blipFill>
          <a:blip r:embed="rId3"/>
          <a:stretch>
            <a:fillRect/>
          </a:stretch>
        </p:blipFill>
        <p:spPr>
          <a:xfrm>
            <a:off x="941040" y="1625501"/>
            <a:ext cx="3324820" cy="2895600"/>
          </a:xfrm>
          <a:prstGeom prst="rect">
            <a:avLst/>
          </a:prstGeom>
        </p:spPr>
      </p:pic>
      <p:sp>
        <p:nvSpPr>
          <p:cNvPr id="11" name="Text 7"/>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10"/>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1"/>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2"/>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4"/>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5"/>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6"/>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8"/>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9"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0"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1"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6"/>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8"/>
          <p:cNvSpPr/>
          <p:nvPr/>
        </p:nvSpPr>
        <p:spPr>
          <a:xfrm>
            <a:off x="517475" y="1817638"/>
            <a:ext cx="3663851" cy="0"/>
          </a:xfrm>
          <a:prstGeom prst="line">
            <a:avLst/>
          </a:prstGeom>
          <a:noFill/>
          <a:ln w="9525">
            <a:solidFill>
              <a:srgbClr val="D1D9E0"/>
            </a:solidFill>
            <a:prstDash val="solid"/>
          </a:ln>
        </p:spPr>
      </p:sp>
      <p:sp>
        <p:nvSpPr>
          <p:cNvPr id="12" name="Text 9"/>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10"/>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1"/>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2"/>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3"/>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4"/>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5"/>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6"/>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7"/>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8"/>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9"/>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20"/>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1" descr="/Users/danwahlin/.copilot/session-state/56a7a0da-def8-48d4-b5e8-0ac3878cb8dd/files/slides-build/icons/GoCheckCircle-1A7F37.png">    </p:cNvPr>
          <p:cNvPicPr>
            <a:picLocks noChangeAspect="1"/>
          </p:cNvPicPr>
          <p:nvPr/>
        </p:nvPicPr>
        <p:blipFill>
          <a:blip r:embed="rId3"/>
          <a:stretch>
            <a:fillRect/>
          </a:stretch>
        </p:blipFill>
        <p:spPr>
          <a:xfrm>
            <a:off x="4714577" y="1844576"/>
            <a:ext cx="215801" cy="215801"/>
          </a:xfrm>
          <a:prstGeom prst="rect">
            <a:avLst/>
          </a:prstGeom>
        </p:spPr>
      </p:pic>
      <p:sp>
        <p:nvSpPr>
          <p:cNvPr id="25" name="Text 21"/>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2"/>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3"/>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4"/>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2" descr="/Users/danwahlin/.copilot/session-state/56a7a0da-def8-48d4-b5e8-0ac3878cb8dd/files/slides-build/icons/GoPerson-0969DA.png">    </p:cNvPr>
          <p:cNvPicPr>
            <a:picLocks noChangeAspect="1"/>
          </p:cNvPicPr>
          <p:nvPr/>
        </p:nvPicPr>
        <p:blipFill>
          <a:blip r:embed="rId4"/>
          <a:stretch>
            <a:fillRect/>
          </a:stretch>
        </p:blipFill>
        <p:spPr>
          <a:xfrm>
            <a:off x="4714577" y="3068538"/>
            <a:ext cx="215801" cy="215801"/>
          </a:xfrm>
          <a:prstGeom prst="rect">
            <a:avLst/>
          </a:prstGeom>
        </p:spPr>
      </p:pic>
      <p:sp>
        <p:nvSpPr>
          <p:cNvPr id="30" name="Text 25"/>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6"/>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6"/>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9"/>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10"/>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3"/>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4"/>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5"/>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6"/>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7"/>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8"/>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9"/>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20"/>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1"/>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2"/>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3"/>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1" descr="/Users/danwahlin/.copilot/session-state/56a7a0da-def8-48d4-b5e8-0ac3878cb8dd/files/slides-build/icons/GoTasklist-1A7F37.png">    </p:cNvPr>
          <p:cNvPicPr>
            <a:picLocks noChangeAspect="1"/>
          </p:cNvPicPr>
          <p:nvPr/>
        </p:nvPicPr>
        <p:blipFill>
          <a:blip r:embed="rId3"/>
          <a:stretch>
            <a:fillRect/>
          </a:stretch>
        </p:blipFill>
        <p:spPr>
          <a:xfrm>
            <a:off x="6670477" y="1819275"/>
            <a:ext cx="215801" cy="215801"/>
          </a:xfrm>
          <a:prstGeom prst="rect">
            <a:avLst/>
          </a:prstGeom>
        </p:spPr>
      </p:pic>
      <p:sp>
        <p:nvSpPr>
          <p:cNvPr id="28" name="Text 24"/>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5"/>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6"/>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7"/>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8"/>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9"/>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30"/>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1"/>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2"/>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3"/>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2" descr="/Users/danwahlin/.copilot/session-state/56a7a0da-def8-48d4-b5e8-0ac3878cb8dd/files/slides-build/icons/GoAlert-9A6700.png">    </p:cNvPr>
          <p:cNvPicPr>
            <a:picLocks noChangeAspect="1"/>
          </p:cNvPicPr>
          <p:nvPr/>
        </p:nvPicPr>
        <p:blipFill>
          <a:blip r:embed="rId4"/>
          <a:stretch>
            <a:fillRect/>
          </a:stretch>
        </p:blipFill>
        <p:spPr>
          <a:xfrm>
            <a:off x="6613178" y="3922812"/>
            <a:ext cx="203150" cy="203150"/>
          </a:xfrm>
          <a:prstGeom prst="rect">
            <a:avLst/>
          </a:prstGeom>
        </p:spPr>
      </p:pic>
      <p:sp>
        <p:nvSpPr>
          <p:cNvPr id="39" name="Text 34"/>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6"/>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7"/>
          <p:cNvSpPr/>
          <p:nvPr/>
        </p:nvSpPr>
        <p:spPr>
          <a:xfrm>
            <a:off x="507950" y="2101453"/>
            <a:ext cx="8127950" cy="0"/>
          </a:xfrm>
          <a:prstGeom prst="line">
            <a:avLst/>
          </a:prstGeom>
          <a:noFill/>
          <a:ln w="9525">
            <a:solidFill>
              <a:srgbClr val="E0C5FF"/>
            </a:solidFill>
            <a:prstDash val="solid"/>
          </a:ln>
        </p:spPr>
      </p:sp>
      <p:sp>
        <p:nvSpPr>
          <p:cNvPr id="11" name="Shape 8"/>
          <p:cNvSpPr/>
          <p:nvPr/>
        </p:nvSpPr>
        <p:spPr>
          <a:xfrm>
            <a:off x="8631138" y="2096691"/>
            <a:ext cx="0" cy="1028551"/>
          </a:xfrm>
          <a:prstGeom prst="line">
            <a:avLst/>
          </a:prstGeom>
          <a:noFill/>
          <a:ln w="9525">
            <a:solidFill>
              <a:srgbClr val="E0C5FF"/>
            </a:solidFill>
            <a:prstDash val="solid"/>
          </a:ln>
        </p:spPr>
      </p:sp>
      <p:sp>
        <p:nvSpPr>
          <p:cNvPr id="12" name="Shape 9"/>
          <p:cNvSpPr/>
          <p:nvPr/>
        </p:nvSpPr>
        <p:spPr>
          <a:xfrm>
            <a:off x="507950" y="3120479"/>
            <a:ext cx="8127950" cy="0"/>
          </a:xfrm>
          <a:prstGeom prst="line">
            <a:avLst/>
          </a:prstGeom>
          <a:noFill/>
          <a:ln w="9525">
            <a:solidFill>
              <a:srgbClr val="E0C5FF"/>
            </a:solidFill>
            <a:prstDash val="solid"/>
          </a:ln>
        </p:spPr>
      </p:sp>
      <p:sp>
        <p:nvSpPr>
          <p:cNvPr id="13" name="Shape 10"/>
          <p:cNvSpPr/>
          <p:nvPr/>
        </p:nvSpPr>
        <p:spPr>
          <a:xfrm>
            <a:off x="531763" y="2096691"/>
            <a:ext cx="0" cy="1028551"/>
          </a:xfrm>
          <a:prstGeom prst="line">
            <a:avLst/>
          </a:prstGeom>
          <a:noFill/>
          <a:ln w="47625">
            <a:solidFill>
              <a:srgbClr val="8250DF"/>
            </a:solidFill>
            <a:prstDash val="solid"/>
          </a:ln>
        </p:spPr>
      </p:sp>
      <p:pic>
        <p:nvPicPr>
          <p:cNvPr id="14" name="Image 1" descr="/Users/danwahlin/.copilot/session-state/56a7a0da-def8-48d4-b5e8-0ac3878cb8dd/files/slides-build/icons/GoCopilot-8250DF.png">    </p:cNvPr>
          <p:cNvPicPr>
            <a:picLocks noChangeAspect="1"/>
          </p:cNvPicPr>
          <p:nvPr/>
        </p:nvPicPr>
        <p:blipFill>
          <a:blip r:embed="rId3"/>
          <a:stretch>
            <a:fillRect/>
          </a:stretch>
        </p:blipFill>
        <p:spPr>
          <a:xfrm>
            <a:off x="733276" y="2236291"/>
            <a:ext cx="165050" cy="165050"/>
          </a:xfrm>
          <a:prstGeom prst="rect">
            <a:avLst/>
          </a:prstGeom>
        </p:spPr>
      </p:pic>
      <p:sp>
        <p:nvSpPr>
          <p:cNvPr id="15" name="Text 11"/>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2"/>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3"/>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CheckCircle-1A7F37.png">    </p:cNvPr>
          <p:cNvPicPr>
            <a:picLocks noChangeAspect="1"/>
          </p:cNvPicPr>
          <p:nvPr/>
        </p:nvPicPr>
        <p:blipFill>
          <a:blip r:embed="rId4"/>
          <a:stretch>
            <a:fillRect/>
          </a:stretch>
        </p:blipFill>
        <p:spPr>
          <a:xfrm>
            <a:off x="695176" y="3638252"/>
            <a:ext cx="203150" cy="203150"/>
          </a:xfrm>
          <a:prstGeom prst="rect">
            <a:avLst/>
          </a:prstGeom>
        </p:spPr>
      </p:pic>
      <p:sp>
        <p:nvSpPr>
          <p:cNvPr id="19" name="Text 14"/>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0-setu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2026-10-05T07:02:04Z</dcterms:created>
  <dcterms:modified xsi:type="dcterms:W3CDTF">2026-10-05T07:02:04Z</dcterms:modified>
</cp:coreProperties>
</file>