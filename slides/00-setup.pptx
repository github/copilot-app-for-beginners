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etting up the studio analogy for GitHub Copilot app setup">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74056"/>
            <a:ext cx="4311551" cy="1893540"/>
          </a:xfrm>
          <a:prstGeom prst="roundRect">
            <a:avLst>
              <a:gd name="adj" fmla="val 402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Sign in to the Copilot app">    </p:cNvPr>
          <p:cNvPicPr>
            <a:picLocks noChangeAspect="1"/>
          </p:cNvPicPr>
          <p:nvPr/>
        </p:nvPicPr>
        <p:blipFill>
          <a:blip r:embed="rId4"/>
          <a:stretch>
            <a:fillRect/>
          </a:stretch>
        </p:blipFill>
        <p:spPr>
          <a:xfrm>
            <a:off x="4368552" y="2021681"/>
            <a:ext cx="4216301" cy="17982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7075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81510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7075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2018258"/>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8548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2983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8548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3298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(1),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(2).</a:t>
            </a:r>
            <a:endParaRPr lang="en-US" sz="1350" dirty="0"/>
          </a:p>
        </p:txBody>
      </p:sp>
      <p:sp>
        <p:nvSpPr>
          <p:cNvPr id="17" name="Text 13"/>
          <p:cNvSpPr/>
          <p:nvPr/>
        </p:nvSpPr>
        <p:spPr>
          <a:xfrm>
            <a:off x="507950" y="378306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2741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8306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30563"/>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320927" y="1579811"/>
            <a:ext cx="4311551" cy="3037731"/>
          </a:xfrm>
          <a:prstGeom prst="roundRect">
            <a:avLst>
              <a:gd name="adj" fmla="val 25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Projects menu with callouts for + and Add GitHub repository">    </p:cNvPr>
          <p:cNvPicPr>
            <a:picLocks noChangeAspect="1"/>
          </p:cNvPicPr>
          <p:nvPr/>
        </p:nvPicPr>
        <p:blipFill>
          <a:blip r:embed="rId4"/>
          <a:stretch>
            <a:fillRect/>
          </a:stretch>
        </p:blipFill>
        <p:spPr>
          <a:xfrm>
            <a:off x="4368552" y="1627436"/>
            <a:ext cx="4216301" cy="294248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Where to work menu with callouts for the workspace selector and Current checkout">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2026-10-06T21:16:45Z</dcterms:created>
  <dcterms:modified xsi:type="dcterms:W3CDTF">2026-10-06T21:16:45Z</dcterms:modified>
</cp:coreProperties>
</file>