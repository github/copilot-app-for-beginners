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studio-setup-soundcheck.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FaGithub-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Tas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Copilo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Info-0969DA.png">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74056"/>
            <a:ext cx="4311551" cy="1893540"/>
          </a:xfrm>
          <a:prstGeom prst="roundRect">
            <a:avLst>
              <a:gd name="adj" fmla="val 402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Users/danwahlin/.copilot/session-state/56a7a0da-def8-48d4-b5e8-0ac3878cb8dd/files/slides-build/img/00-sign-in-crop.png">    </p:cNvPr>
          <p:cNvPicPr>
            <a:picLocks noChangeAspect="1"/>
          </p:cNvPicPr>
          <p:nvPr/>
        </p:nvPicPr>
        <p:blipFill>
          <a:blip r:embed="rId4"/>
          <a:stretch>
            <a:fillRect/>
          </a:stretch>
        </p:blipFill>
        <p:spPr>
          <a:xfrm>
            <a:off x="4368552" y="2021681"/>
            <a:ext cx="4216301" cy="17982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5"/>
          <p:cNvSpPr/>
          <p:nvPr/>
        </p:nvSpPr>
        <p:spPr>
          <a:xfrm>
            <a:off x="507950" y="177075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81510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77075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8"/>
          <p:cNvSpPr/>
          <p:nvPr/>
        </p:nvSpPr>
        <p:spPr>
          <a:xfrm>
            <a:off x="939701" y="2018258"/>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8548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92983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8548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2"/>
          <p:cNvSpPr/>
          <p:nvPr/>
        </p:nvSpPr>
        <p:spPr>
          <a:xfrm>
            <a:off x="939701" y="313298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(1),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(2).</a:t>
            </a:r>
            <a:endParaRPr lang="en-US" sz="1350" dirty="0"/>
          </a:p>
        </p:txBody>
      </p:sp>
      <p:sp>
        <p:nvSpPr>
          <p:cNvPr id="17" name="Text 13"/>
          <p:cNvSpPr/>
          <p:nvPr/>
        </p:nvSpPr>
        <p:spPr>
          <a:xfrm>
            <a:off x="507950" y="378306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602615" y="382741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78306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6"/>
          <p:cNvSpPr/>
          <p:nvPr/>
        </p:nvSpPr>
        <p:spPr>
          <a:xfrm>
            <a:off x="939701" y="4030563"/>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7"/>
          <p:cNvSpPr/>
          <p:nvPr/>
        </p:nvSpPr>
        <p:spPr>
          <a:xfrm>
            <a:off x="4320927" y="1579811"/>
            <a:ext cx="4311551" cy="3037731"/>
          </a:xfrm>
          <a:prstGeom prst="roundRect">
            <a:avLst>
              <a:gd name="adj" fmla="val 25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0-add-project-crop.png">    </p:cNvPr>
          <p:cNvPicPr>
            <a:picLocks noChangeAspect="1"/>
          </p:cNvPicPr>
          <p:nvPr/>
        </p:nvPicPr>
        <p:blipFill>
          <a:blip r:embed="rId4"/>
          <a:stretch>
            <a:fillRect/>
          </a:stretch>
        </p:blipFill>
        <p:spPr>
          <a:xfrm>
            <a:off x="4368552" y="1627436"/>
            <a:ext cx="4216301" cy="294248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checkout-crop.png">    </p:cNvPr>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663851"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3"/>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4"/>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5"/>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6"/>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7"/>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8"/>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19"/>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2" descr="/Users/danwahlin/.copilot/session-state/56a7a0da-def8-48d4-b5e8-0ac3878cb8dd/files/slides-build/icons/GoCheckCircle-1A7F37.png">    </p:cNvPr>
          <p:cNvPicPr>
            <a:picLocks noChangeAspect="1"/>
          </p:cNvPicPr>
          <p:nvPr/>
        </p:nvPicPr>
        <p:blipFill>
          <a:blip r:embed="rId4"/>
          <a:stretch>
            <a:fillRect/>
          </a:stretch>
        </p:blipFill>
        <p:spPr>
          <a:xfrm>
            <a:off x="4714577" y="1844576"/>
            <a:ext cx="215801" cy="215801"/>
          </a:xfrm>
          <a:prstGeom prst="rect">
            <a:avLst/>
          </a:prstGeom>
        </p:spPr>
      </p:pic>
      <p:sp>
        <p:nvSpPr>
          <p:cNvPr id="25" name="Text 20"/>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1"/>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2"/>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3"/>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Person-0969DA.png">    </p:cNvPr>
          <p:cNvPicPr>
            <a:picLocks noChangeAspect="1"/>
          </p:cNvPicPr>
          <p:nvPr/>
        </p:nvPicPr>
        <p:blipFill>
          <a:blip r:embed="rId5"/>
          <a:stretch>
            <a:fillRect/>
          </a:stretch>
        </p:blipFill>
        <p:spPr>
          <a:xfrm>
            <a:off x="4714577" y="3068538"/>
            <a:ext cx="215801" cy="215801"/>
          </a:xfrm>
          <a:prstGeom prst="rect">
            <a:avLst/>
          </a:prstGeom>
        </p:spPr>
      </p:pic>
      <p:sp>
        <p:nvSpPr>
          <p:cNvPr id="30" name="Text 24"/>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5"/>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sklist-1A7F37.png">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Users/danwahlin/.copilot/session-state/56a7a0da-def8-48d4-b5e8-0ac3878cb8dd/files/slides-build/icons/GoAlert-9A6700.png">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2026-10-06T07:09:45Z</dcterms:created>
  <dcterms:modified xsi:type="dcterms:W3CDTF">2026-10-06T07:09:45Z</dcterms:modified>
</cp:coreProperties>
</file>