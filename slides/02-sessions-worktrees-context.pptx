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4"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3" Type="http://schemas.openxmlformats.org/officeDocument/2006/relationships/image" Target="../media/image-4-2.jp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2-sessions-worktrees-context" TargetMode="External"/><Relationship Id="rId4"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3"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02</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2-sessions-worktrees-context"/>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94937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7" name="Text 4"/>
          <p:cNvSpPr/>
          <p:nvPr/>
        </p:nvSpPr>
        <p:spPr>
          <a:xfrm>
            <a:off x="609600" y="1260425"/>
            <a:ext cx="5052060" cy="175245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Worktrees, and Context</a:t>
            </a:r>
            <a:endParaRPr lang="en-US" sz="4000" dirty="0"/>
          </a:p>
        </p:txBody>
      </p:sp>
      <p:sp>
        <p:nvSpPr>
          <p:cNvPr id="8" name="Text 5"/>
          <p:cNvSpPr/>
          <p:nvPr/>
        </p:nvSpPr>
        <p:spPr>
          <a:xfrm>
            <a:off x="609600" y="3241477"/>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3533477"/>
            <a:ext cx="5052060"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500188"/>
            <a:ext cx="8127950" cy="0"/>
          </a:xfrm>
          <a:prstGeom prst="line">
            <a:avLst/>
          </a:prstGeom>
          <a:noFill/>
          <a:ln w="9525">
            <a:solidFill>
              <a:srgbClr val="9CD7FF"/>
            </a:solidFill>
            <a:prstDash val="solid"/>
          </a:ln>
        </p:spPr>
      </p:sp>
      <p:sp>
        <p:nvSpPr>
          <p:cNvPr id="10" name="Shape 7"/>
          <p:cNvSpPr/>
          <p:nvPr/>
        </p:nvSpPr>
        <p:spPr>
          <a:xfrm>
            <a:off x="8631138" y="1495425"/>
            <a:ext cx="0" cy="857250"/>
          </a:xfrm>
          <a:prstGeom prst="line">
            <a:avLst/>
          </a:prstGeom>
          <a:noFill/>
          <a:ln w="9525">
            <a:solidFill>
              <a:srgbClr val="9CD7FF"/>
            </a:solidFill>
            <a:prstDash val="solid"/>
          </a:ln>
        </p:spPr>
      </p:sp>
      <p:sp>
        <p:nvSpPr>
          <p:cNvPr id="11" name="Shape 8"/>
          <p:cNvSpPr/>
          <p:nvPr/>
        </p:nvSpPr>
        <p:spPr>
          <a:xfrm>
            <a:off x="507950" y="2347913"/>
            <a:ext cx="8127950" cy="0"/>
          </a:xfrm>
          <a:prstGeom prst="line">
            <a:avLst/>
          </a:prstGeom>
          <a:noFill/>
          <a:ln w="9525">
            <a:solidFill>
              <a:srgbClr val="9CD7FF"/>
            </a:solidFill>
            <a:prstDash val="solid"/>
          </a:ln>
        </p:spPr>
      </p:sp>
      <p:sp>
        <p:nvSpPr>
          <p:cNvPr id="12" name="Shape 9"/>
          <p:cNvSpPr/>
          <p:nvPr/>
        </p:nvSpPr>
        <p:spPr>
          <a:xfrm>
            <a:off x="546050" y="1495425"/>
            <a:ext cx="0" cy="857250"/>
          </a:xfrm>
          <a:prstGeom prst="line">
            <a:avLst/>
          </a:prstGeom>
          <a:noFill/>
          <a:ln w="76200">
            <a:solidFill>
              <a:srgbClr val="0969DA"/>
            </a:solidFill>
            <a:prstDash val="solid"/>
          </a:ln>
        </p:spPr>
      </p:sp>
      <p:sp>
        <p:nvSpPr>
          <p:cNvPr id="13" name="Text 10"/>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2"/>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3"/>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509838"/>
            <a:ext cx="8127950" cy="0"/>
          </a:xfrm>
          <a:prstGeom prst="line">
            <a:avLst/>
          </a:prstGeom>
          <a:noFill/>
          <a:ln w="9525">
            <a:solidFill>
              <a:srgbClr val="E0C5FF"/>
            </a:solidFill>
            <a:prstDash val="solid"/>
          </a:ln>
        </p:spPr>
      </p:sp>
      <p:sp>
        <p:nvSpPr>
          <p:cNvPr id="18" name="Shape 15"/>
          <p:cNvSpPr/>
          <p:nvPr/>
        </p:nvSpPr>
        <p:spPr>
          <a:xfrm>
            <a:off x="8631138" y="2505075"/>
            <a:ext cx="0" cy="857250"/>
          </a:xfrm>
          <a:prstGeom prst="line">
            <a:avLst/>
          </a:prstGeom>
          <a:noFill/>
          <a:ln w="9525">
            <a:solidFill>
              <a:srgbClr val="E0C5FF"/>
            </a:solidFill>
            <a:prstDash val="solid"/>
          </a:ln>
        </p:spPr>
      </p:sp>
      <p:sp>
        <p:nvSpPr>
          <p:cNvPr id="19" name="Shape 16"/>
          <p:cNvSpPr/>
          <p:nvPr/>
        </p:nvSpPr>
        <p:spPr>
          <a:xfrm>
            <a:off x="507950" y="3357563"/>
            <a:ext cx="8127950" cy="0"/>
          </a:xfrm>
          <a:prstGeom prst="line">
            <a:avLst/>
          </a:prstGeom>
          <a:noFill/>
          <a:ln w="9525">
            <a:solidFill>
              <a:srgbClr val="E0C5FF"/>
            </a:solidFill>
            <a:prstDash val="solid"/>
          </a:ln>
        </p:spPr>
      </p:sp>
      <p:sp>
        <p:nvSpPr>
          <p:cNvPr id="20" name="Shape 17"/>
          <p:cNvSpPr/>
          <p:nvPr/>
        </p:nvSpPr>
        <p:spPr>
          <a:xfrm>
            <a:off x="546050" y="2505075"/>
            <a:ext cx="0" cy="857250"/>
          </a:xfrm>
          <a:prstGeom prst="line">
            <a:avLst/>
          </a:prstGeom>
          <a:noFill/>
          <a:ln w="76200">
            <a:solidFill>
              <a:srgbClr val="8250DF"/>
            </a:solidFill>
            <a:prstDash val="solid"/>
          </a:ln>
        </p:spPr>
      </p:sp>
      <p:sp>
        <p:nvSpPr>
          <p:cNvPr id="21" name="Text 18"/>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20"/>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1"/>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2"/>
          <p:cNvSpPr/>
          <p:nvPr/>
        </p:nvSpPr>
        <p:spPr>
          <a:xfrm>
            <a:off x="507950" y="3519488"/>
            <a:ext cx="8127950" cy="0"/>
          </a:xfrm>
          <a:prstGeom prst="line">
            <a:avLst/>
          </a:prstGeom>
          <a:noFill/>
          <a:ln w="9525">
            <a:solidFill>
              <a:srgbClr val="8CE7A5"/>
            </a:solidFill>
            <a:prstDash val="solid"/>
          </a:ln>
        </p:spPr>
      </p:sp>
      <p:sp>
        <p:nvSpPr>
          <p:cNvPr id="26" name="Shape 23"/>
          <p:cNvSpPr/>
          <p:nvPr/>
        </p:nvSpPr>
        <p:spPr>
          <a:xfrm>
            <a:off x="8631138" y="3514725"/>
            <a:ext cx="0" cy="857250"/>
          </a:xfrm>
          <a:prstGeom prst="line">
            <a:avLst/>
          </a:prstGeom>
          <a:noFill/>
          <a:ln w="9525">
            <a:solidFill>
              <a:srgbClr val="8CE7A5"/>
            </a:solidFill>
            <a:prstDash val="solid"/>
          </a:ln>
        </p:spPr>
      </p:sp>
      <p:sp>
        <p:nvSpPr>
          <p:cNvPr id="27" name="Shape 24"/>
          <p:cNvSpPr/>
          <p:nvPr/>
        </p:nvSpPr>
        <p:spPr>
          <a:xfrm>
            <a:off x="507950" y="4367213"/>
            <a:ext cx="8127950" cy="0"/>
          </a:xfrm>
          <a:prstGeom prst="line">
            <a:avLst/>
          </a:prstGeom>
          <a:noFill/>
          <a:ln w="9525">
            <a:solidFill>
              <a:srgbClr val="8CE7A5"/>
            </a:solidFill>
            <a:prstDash val="solid"/>
          </a:ln>
        </p:spPr>
      </p:sp>
      <p:sp>
        <p:nvSpPr>
          <p:cNvPr id="28" name="Shape 25"/>
          <p:cNvSpPr/>
          <p:nvPr/>
        </p:nvSpPr>
        <p:spPr>
          <a:xfrm>
            <a:off x="546050" y="3514725"/>
            <a:ext cx="0" cy="857250"/>
          </a:xfrm>
          <a:prstGeom prst="line">
            <a:avLst/>
          </a:prstGeom>
          <a:noFill/>
          <a:ln w="76200">
            <a:solidFill>
              <a:srgbClr val="1A7F37"/>
            </a:solidFill>
            <a:prstDash val="solid"/>
          </a:ln>
        </p:spPr>
      </p:sp>
      <p:sp>
        <p:nvSpPr>
          <p:cNvPr id="29" name="Text 26"/>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7"/>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8"/>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0"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2-recording-booths-worktrees.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Repo-0969DA.png">    </p:cNvPr>
          <p:cNvPicPr>
            <a:picLocks noChangeAspect="1"/>
          </p:cNvPicPr>
          <p:nvPr/>
        </p:nvPicPr>
        <p:blipFill>
          <a:blip r:embed="rId4"/>
          <a:stretch>
            <a:fillRect/>
          </a:stretch>
        </p:blipFill>
        <p:spPr>
          <a:xfrm>
            <a:off x="5086350" y="2249239"/>
            <a:ext cx="215801" cy="215801"/>
          </a:xfrm>
          <a:prstGeom prst="rect">
            <a:avLst/>
          </a:prstGeom>
        </p:spPr>
      </p:pic>
      <p:sp>
        <p:nvSpPr>
          <p:cNvPr id="13" name="Text 8"/>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9"/>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10"/>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GitBranch-8250DF.png">    </p:cNvPr>
          <p:cNvPicPr>
            <a:picLocks noChangeAspect="1"/>
          </p:cNvPicPr>
          <p:nvPr/>
        </p:nvPicPr>
        <p:blipFill>
          <a:blip r:embed="rId5"/>
          <a:stretch>
            <a:fillRect/>
          </a:stretch>
        </p:blipFill>
        <p:spPr>
          <a:xfrm>
            <a:off x="5086350" y="3003500"/>
            <a:ext cx="215801" cy="215801"/>
          </a:xfrm>
          <a:prstGeom prst="rect">
            <a:avLst/>
          </a:prstGeom>
        </p:spPr>
      </p:pic>
      <p:sp>
        <p:nvSpPr>
          <p:cNvPr id="17" name="Text 11"/>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2"/>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3"/>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GitMerge-1A7F37.png">    </p:cNvPr>
          <p:cNvPicPr>
            <a:picLocks noChangeAspect="1"/>
          </p:cNvPicPr>
          <p:nvPr/>
        </p:nvPicPr>
        <p:blipFill>
          <a:blip r:embed="rId6"/>
          <a:stretch>
            <a:fillRect/>
          </a:stretch>
        </p:blipFill>
        <p:spPr>
          <a:xfrm>
            <a:off x="5086350" y="3757613"/>
            <a:ext cx="215801" cy="215801"/>
          </a:xfrm>
          <a:prstGeom prst="rect">
            <a:avLst/>
          </a:prstGeom>
        </p:spPr>
      </p:pic>
      <p:sp>
        <p:nvSpPr>
          <p:cNvPr id="21" name="Text 14"/>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5"/>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6"/>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2-one-repo-many-worktrees.jpg">    </p:cNvPr>
          <p:cNvPicPr>
            <a:picLocks noChangeAspect="1"/>
          </p:cNvPicPr>
          <p:nvPr/>
        </p:nvPicPr>
        <p:blipFill>
          <a:blip r:embed="rId3"/>
          <a:stretch>
            <a:fillRect/>
          </a:stretch>
        </p:blipFill>
        <p:spPr>
          <a:xfrm>
            <a:off x="558701" y="1879550"/>
            <a:ext cx="3581400" cy="2387501"/>
          </a:xfrm>
          <a:prstGeom prst="rect">
            <a:avLst/>
          </a:prstGeom>
        </p:spPr>
      </p:pic>
      <p:sp>
        <p:nvSpPr>
          <p:cNvPr id="11" name="Text 7"/>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8"/>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9"/>
          <p:cNvSpPr/>
          <p:nvPr/>
        </p:nvSpPr>
        <p:spPr>
          <a:xfrm>
            <a:off x="4454277" y="2220516"/>
            <a:ext cx="4197251" cy="0"/>
          </a:xfrm>
          <a:prstGeom prst="line">
            <a:avLst/>
          </a:prstGeom>
          <a:noFill/>
          <a:ln w="9525">
            <a:solidFill>
              <a:srgbClr val="9CD7FF"/>
            </a:solidFill>
            <a:prstDash val="solid"/>
          </a:ln>
        </p:spPr>
      </p:sp>
      <p:sp>
        <p:nvSpPr>
          <p:cNvPr id="14" name="Text 10"/>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1"/>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2"/>
          <p:cNvSpPr/>
          <p:nvPr/>
        </p:nvSpPr>
        <p:spPr>
          <a:xfrm>
            <a:off x="4454277" y="2897981"/>
            <a:ext cx="4197251" cy="0"/>
          </a:xfrm>
          <a:prstGeom prst="line">
            <a:avLst/>
          </a:prstGeom>
          <a:noFill/>
          <a:ln w="9525">
            <a:solidFill>
              <a:srgbClr val="D1D9E0"/>
            </a:solidFill>
            <a:prstDash val="solid"/>
          </a:ln>
        </p:spPr>
      </p:sp>
      <p:sp>
        <p:nvSpPr>
          <p:cNvPr id="17" name="Text 13"/>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4"/>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5"/>
          <p:cNvSpPr/>
          <p:nvPr/>
        </p:nvSpPr>
        <p:spPr>
          <a:xfrm>
            <a:off x="4454277" y="3575447"/>
            <a:ext cx="4197251" cy="0"/>
          </a:xfrm>
          <a:prstGeom prst="line">
            <a:avLst/>
          </a:prstGeom>
          <a:noFill/>
          <a:ln w="9525">
            <a:solidFill>
              <a:srgbClr val="D1D9E0"/>
            </a:solidFill>
            <a:prstDash val="solid"/>
          </a:ln>
        </p:spPr>
      </p:sp>
      <p:sp>
        <p:nvSpPr>
          <p:cNvPr id="20" name="Text 16"/>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7"/>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8"/>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9"/>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6"/>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2-where-crop.png">    </p:cNvPr>
          <p:cNvPicPr>
            <a:picLocks noChangeAspect="1"/>
          </p:cNvPicPr>
          <p:nvPr/>
        </p:nvPicPr>
        <p:blipFill>
          <a:blip r:embed="rId3"/>
          <a:stretch>
            <a:fillRect/>
          </a:stretch>
        </p:blipFill>
        <p:spPr>
          <a:xfrm>
            <a:off x="750540" y="1625501"/>
            <a:ext cx="3324820" cy="2895600"/>
          </a:xfrm>
          <a:prstGeom prst="rect">
            <a:avLst/>
          </a:prstGeom>
        </p:spPr>
      </p:pic>
      <p:sp>
        <p:nvSpPr>
          <p:cNvPr id="11" name="Text 7"/>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2" descr="/Users/danwahlin/.copilot/session-state/56a7a0da-def8-48d4-b5e8-0ac3878cb8dd/files/slides-build/icons/GoGitBranch-1A7F37.png">    </p:cNvPr>
          <p:cNvPicPr>
            <a:picLocks noChangeAspect="1"/>
          </p:cNvPicPr>
          <p:nvPr/>
        </p:nvPicPr>
        <p:blipFill>
          <a:blip r:embed="rId4"/>
          <a:stretch>
            <a:fillRect/>
          </a:stretch>
        </p:blipFill>
        <p:spPr>
          <a:xfrm>
            <a:off x="4679900" y="2040880"/>
            <a:ext cx="215801" cy="215801"/>
          </a:xfrm>
          <a:prstGeom prst="rect">
            <a:avLst/>
          </a:prstGeom>
        </p:spPr>
      </p:pic>
      <p:sp>
        <p:nvSpPr>
          <p:cNvPr id="13" name="Text 8"/>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9"/>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10"/>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FileDirectory-BC4C00.png">    </p:cNvPr>
          <p:cNvPicPr>
            <a:picLocks noChangeAspect="1"/>
          </p:cNvPicPr>
          <p:nvPr/>
        </p:nvPicPr>
        <p:blipFill>
          <a:blip r:embed="rId5"/>
          <a:stretch>
            <a:fillRect/>
          </a:stretch>
        </p:blipFill>
        <p:spPr>
          <a:xfrm>
            <a:off x="4679900" y="2645271"/>
            <a:ext cx="215801" cy="215801"/>
          </a:xfrm>
          <a:prstGeom prst="rect">
            <a:avLst/>
          </a:prstGeom>
        </p:spPr>
      </p:pic>
      <p:sp>
        <p:nvSpPr>
          <p:cNvPr id="17" name="Text 11"/>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2"/>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3"/>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Cloud-0969DA.png">    </p:cNvPr>
          <p:cNvPicPr>
            <a:picLocks noChangeAspect="1"/>
          </p:cNvPicPr>
          <p:nvPr/>
        </p:nvPicPr>
        <p:blipFill>
          <a:blip r:embed="rId6"/>
          <a:stretch>
            <a:fillRect/>
          </a:stretch>
        </p:blipFill>
        <p:spPr>
          <a:xfrm>
            <a:off x="4679900" y="3249662"/>
            <a:ext cx="215801" cy="215801"/>
          </a:xfrm>
          <a:prstGeom prst="rect">
            <a:avLst/>
          </a:prstGeom>
        </p:spPr>
      </p:pic>
      <p:sp>
        <p:nvSpPr>
          <p:cNvPr id="21" name="Text 14"/>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5"/>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6"/>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5" descr="/Users/danwahlin/.copilot/session-state/56a7a0da-def8-48d4-b5e8-0ac3878cb8dd/files/slides-build/icons/GoAlert-9A6700.png">    </p:cNvPr>
          <p:cNvPicPr>
            <a:picLocks noChangeAspect="1"/>
          </p:cNvPicPr>
          <p:nvPr/>
        </p:nvPicPr>
        <p:blipFill>
          <a:blip r:embed="rId7"/>
          <a:stretch>
            <a:fillRect/>
          </a:stretch>
        </p:blipFill>
        <p:spPr>
          <a:xfrm>
            <a:off x="4784527" y="3878163"/>
            <a:ext cx="203150" cy="203150"/>
          </a:xfrm>
          <a:prstGeom prst="rect">
            <a:avLst/>
          </a:prstGeom>
        </p:spPr>
      </p:pic>
      <p:sp>
        <p:nvSpPr>
          <p:cNvPr id="25" name="Text 17"/>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6"/>
          <p:cNvSpPr/>
          <p:nvPr/>
        </p:nvSpPr>
        <p:spPr>
          <a:xfrm>
            <a:off x="507950" y="1574750"/>
            <a:ext cx="1910655" cy="2362200"/>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8"/>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9"/>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10"/>
          <p:cNvSpPr/>
          <p:nvPr/>
        </p:nvSpPr>
        <p:spPr>
          <a:xfrm>
            <a:off x="695176" y="3209925"/>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1"/>
          <p:cNvSpPr/>
          <p:nvPr/>
        </p:nvSpPr>
        <p:spPr>
          <a:xfrm>
            <a:off x="796677" y="3286125"/>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2"/>
          <p:cNvSpPr/>
          <p:nvPr/>
        </p:nvSpPr>
        <p:spPr>
          <a:xfrm>
            <a:off x="2596307"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3"/>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4"/>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5"/>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6"/>
          <p:cNvSpPr/>
          <p:nvPr/>
        </p:nvSpPr>
        <p:spPr>
          <a:xfrm>
            <a:off x="2783532" y="3390900"/>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7"/>
          <p:cNvSpPr/>
          <p:nvPr/>
        </p:nvSpPr>
        <p:spPr>
          <a:xfrm>
            <a:off x="2885033" y="3467100"/>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8"/>
          <p:cNvSpPr/>
          <p:nvPr/>
        </p:nvSpPr>
        <p:spPr>
          <a:xfrm>
            <a:off x="4668738"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9"/>
          <p:cNvSpPr/>
          <p:nvPr/>
        </p:nvSpPr>
        <p:spPr>
          <a:xfrm>
            <a:off x="4855964" y="1787426"/>
            <a:ext cx="584150" cy="584150"/>
          </a:xfrm>
          <a:prstGeom prst="roundRect">
            <a:avLst>
              <a:gd name="adj" fmla="val 21741"/>
            </a:avLst>
          </a:prstGeom>
          <a:solidFill>
            <a:srgbClr val="FBEFFF"/>
          </a:solidFill>
          <a:ln/>
        </p:spPr>
        <p:txBody>
          <a:bodyPr wrap="square" rtlCol="0" anchor="ctr"/>
          <a:lstStyle/>
          <a:p>
            <a:pPr indent="0" marL="0">
              <a:buNone/>
            </a:pPr>
            <a:endParaRPr lang="en-US" dirty="0"/>
          </a:p>
        </p:txBody>
      </p:sp>
      <p:sp>
        <p:nvSpPr>
          <p:cNvPr id="23" name="Text 20"/>
          <p:cNvSpPr/>
          <p:nvPr/>
        </p:nvSpPr>
        <p:spPr>
          <a:xfrm>
            <a:off x="5039121" y="1879402"/>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1"/>
          <p:cNvSpPr/>
          <p:nvPr/>
        </p:nvSpPr>
        <p:spPr>
          <a:xfrm>
            <a:off x="4855964" y="2498527"/>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2"/>
          <p:cNvSpPr/>
          <p:nvPr/>
        </p:nvSpPr>
        <p:spPr>
          <a:xfrm>
            <a:off x="4855964"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3"/>
          <p:cNvSpPr/>
          <p:nvPr/>
        </p:nvSpPr>
        <p:spPr>
          <a:xfrm>
            <a:off x="4957465"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4"/>
          <p:cNvSpPr/>
          <p:nvPr/>
        </p:nvSpPr>
        <p:spPr>
          <a:xfrm>
            <a:off x="6741170"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5"/>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6"/>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7"/>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8"/>
          <p:cNvSpPr/>
          <p:nvPr/>
        </p:nvSpPr>
        <p:spPr>
          <a:xfrm>
            <a:off x="6928396"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9"/>
          <p:cNvSpPr/>
          <p:nvPr/>
        </p:nvSpPr>
        <p:spPr>
          <a:xfrm>
            <a:off x="7029896"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0"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6"/>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9"/>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10"/>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3"/>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4"/>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7"/>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8"/>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1" descr="/Users/danwahlin/.copilot/session-state/56a7a0da-def8-48d4-b5e8-0ac3878cb8dd/files/slides-build/img/02-review-plan-crop.png">    </p:cNvPr>
          <p:cNvPicPr>
            <a:picLocks noChangeAspect="1"/>
          </p:cNvPicPr>
          <p:nvPr/>
        </p:nvPicPr>
        <p:blipFill>
          <a:blip r:embed="rId3"/>
          <a:stretch>
            <a:fillRect/>
          </a:stretch>
        </p:blipFill>
        <p:spPr>
          <a:xfrm>
            <a:off x="3809702" y="2135386"/>
            <a:ext cx="4775150" cy="16725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6"/>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7"/>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1" descr="/Users/danwahlin/.copilot/session-state/56a7a0da-def8-48d4-b5e8-0ac3878cb8dd/files/slides-build/img/02-empty-state-crop.png">    </p:cNvPr>
          <p:cNvPicPr>
            <a:picLocks noChangeAspect="1"/>
          </p:cNvPicPr>
          <p:nvPr/>
        </p:nvPicPr>
        <p:blipFill>
          <a:blip r:embed="rId3"/>
          <a:stretch>
            <a:fillRect/>
          </a:stretch>
        </p:blipFill>
        <p:spPr>
          <a:xfrm>
            <a:off x="558701" y="1932831"/>
            <a:ext cx="3708350" cy="2553891"/>
          </a:xfrm>
          <a:prstGeom prst="rect">
            <a:avLst/>
          </a:prstGeom>
        </p:spPr>
      </p:pic>
      <p:sp>
        <p:nvSpPr>
          <p:cNvPr id="12" name="Text 8"/>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9"/>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10"/>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1"/>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2"/>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5"/>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6"/>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7"/>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9"/>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5"/>
          <p:cNvSpPr/>
          <p:nvPr/>
        </p:nvSpPr>
        <p:spPr>
          <a:xfrm>
            <a:off x="511076" y="1954262"/>
            <a:ext cx="3956000" cy="1588740"/>
          </a:xfrm>
          <a:prstGeom prst="roundRect">
            <a:avLst>
              <a:gd name="adj" fmla="val 479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2-chronicle-crop.png">    </p:cNvPr>
          <p:cNvPicPr>
            <a:picLocks noChangeAspect="1"/>
          </p:cNvPicPr>
          <p:nvPr/>
        </p:nvPicPr>
        <p:blipFill>
          <a:blip r:embed="rId3"/>
          <a:stretch>
            <a:fillRect/>
          </a:stretch>
        </p:blipFill>
        <p:spPr>
          <a:xfrm>
            <a:off x="558701" y="2001887"/>
            <a:ext cx="3860750" cy="1493490"/>
          </a:xfrm>
          <a:prstGeom prst="rect">
            <a:avLst/>
          </a:prstGeom>
        </p:spPr>
      </p:pic>
      <p:sp>
        <p:nvSpPr>
          <p:cNvPr id="10" name="Text 6"/>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7"/>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2-context-crop.png">    </p:cNvPr>
          <p:cNvPicPr>
            <a:picLocks noChangeAspect="1"/>
          </p:cNvPicPr>
          <p:nvPr/>
        </p:nvPicPr>
        <p:blipFill>
          <a:blip r:embed="rId4"/>
          <a:stretch>
            <a:fillRect/>
          </a:stretch>
        </p:blipFill>
        <p:spPr>
          <a:xfrm>
            <a:off x="4823966" y="1529507"/>
            <a:ext cx="3661321" cy="2438400"/>
          </a:xfrm>
          <a:prstGeom prst="rect">
            <a:avLst/>
          </a:prstGeom>
        </p:spPr>
      </p:pic>
      <p:sp>
        <p:nvSpPr>
          <p:cNvPr id="13" name="Text 8"/>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6"/>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7"/>
          <p:cNvSpPr/>
          <p:nvPr/>
        </p:nvSpPr>
        <p:spPr>
          <a:xfrm>
            <a:off x="517475" y="2461171"/>
            <a:ext cx="5314950" cy="0"/>
          </a:xfrm>
          <a:prstGeom prst="line">
            <a:avLst/>
          </a:prstGeom>
          <a:noFill/>
          <a:ln w="9525">
            <a:solidFill>
              <a:srgbClr val="D1D9E0"/>
            </a:solidFill>
            <a:prstDash val="solid"/>
          </a:ln>
        </p:spPr>
      </p:sp>
      <p:sp>
        <p:nvSpPr>
          <p:cNvPr id="11" name="Text 8"/>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9"/>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1"/>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2"/>
          <p:cNvSpPr/>
          <p:nvPr/>
        </p:nvSpPr>
        <p:spPr>
          <a:xfrm>
            <a:off x="517475" y="3113336"/>
            <a:ext cx="5314950" cy="0"/>
          </a:xfrm>
          <a:prstGeom prst="line">
            <a:avLst/>
          </a:prstGeom>
          <a:noFill/>
          <a:ln w="9525">
            <a:solidFill>
              <a:srgbClr val="D1D9E0"/>
            </a:solidFill>
            <a:prstDash val="solid"/>
          </a:ln>
        </p:spPr>
      </p:sp>
      <p:sp>
        <p:nvSpPr>
          <p:cNvPr id="16" name="Text 13"/>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4"/>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6"/>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7"/>
          <p:cNvSpPr/>
          <p:nvPr/>
        </p:nvSpPr>
        <p:spPr>
          <a:xfrm>
            <a:off x="517475" y="3780681"/>
            <a:ext cx="5314950" cy="0"/>
          </a:xfrm>
          <a:prstGeom prst="line">
            <a:avLst/>
          </a:prstGeom>
          <a:noFill/>
          <a:ln w="9525">
            <a:solidFill>
              <a:srgbClr val="D1D9E0"/>
            </a:solidFill>
            <a:prstDash val="solid"/>
          </a:ln>
        </p:spPr>
      </p:sp>
      <p:sp>
        <p:nvSpPr>
          <p:cNvPr id="21" name="Text 18"/>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9"/>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1"/>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2"/>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3"/>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5"/>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6"/>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7"/>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1" descr="/Users/danwahlin/.copilot/session-state/56a7a0da-def8-48d4-b5e8-0ac3878cb8dd/files/slides-build/icons/GoGoal-BC4C00.png">    </p:cNvPr>
          <p:cNvPicPr>
            <a:picLocks noChangeAspect="1"/>
          </p:cNvPicPr>
          <p:nvPr/>
        </p:nvPicPr>
        <p:blipFill>
          <a:blip r:embed="rId3"/>
          <a:stretch>
            <a:fillRect/>
          </a:stretch>
        </p:blipFill>
        <p:spPr>
          <a:xfrm>
            <a:off x="6314926" y="2035969"/>
            <a:ext cx="215801" cy="215801"/>
          </a:xfrm>
          <a:prstGeom prst="rect">
            <a:avLst/>
          </a:prstGeom>
        </p:spPr>
      </p:pic>
      <p:sp>
        <p:nvSpPr>
          <p:cNvPr id="32" name="Text 28"/>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9"/>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2-sessions-worktrees-context"/>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2026-10-05T07:02:45Z</dcterms:created>
  <dcterms:modified xsi:type="dcterms:W3CDTF">2026-10-05T07:02:45Z</dcterms:modified>
</cp:coreProperties>
</file>