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590627"/>
            <a:ext cx="203150" cy="203150"/>
          </a:xfrm>
          <a:prstGeom prst="rect">
            <a:avLst/>
          </a:prstGeom>
        </p:spPr>
      </p:pic>
      <p:sp>
        <p:nvSpPr>
          <p:cNvPr id="26" name="Text 21"/>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735211" y="1577876"/>
            <a:ext cx="373633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782836" y="1625501"/>
            <a:ext cx="364108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992041"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896791"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1885206"/>
            <a:ext cx="4692551" cy="2376041"/>
          </a:xfrm>
          <a:prstGeom prst="roundRect">
            <a:avLst>
              <a:gd name="adj" fmla="val 320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1932831"/>
            <a:ext cx="4597301" cy="228079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83755"/>
            <a:ext cx="3854351" cy="756791"/>
          </a:xfrm>
          <a:prstGeom prst="roundRect">
            <a:avLst>
              <a:gd name="adj" fmla="val 10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31380"/>
            <a:ext cx="3759101" cy="66154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2026-10-06T02:25:07Z</dcterms:created>
  <dcterms:modified xsi:type="dcterms:W3CDTF">2026-10-06T02:25:07Z</dcterms:modified>
</cp:coreProperties>
</file>