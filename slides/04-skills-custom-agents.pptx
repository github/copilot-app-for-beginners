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ong chart analogy for skills in the Copilot app">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One-off prompt versus skill: a skill is a reusable checklist that lives in the repo and gives the same guidance each time">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11771"/>
            <a:ext cx="8121551" cy="1516261"/>
          </a:xfrm>
          <a:prstGeom prst="roundRect">
            <a:avLst>
              <a:gd name="adj" fmla="val 502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Customize Skills page with the book-app-reviewer skill listed under Project">    </p:cNvPr>
          <p:cNvPicPr>
            <a:picLocks noChangeAspect="1"/>
          </p:cNvPicPr>
          <p:nvPr/>
        </p:nvPicPr>
        <p:blipFill>
          <a:blip r:embed="rId4"/>
          <a:stretch>
            <a:fillRect/>
          </a:stretch>
        </p:blipFill>
        <p:spPr>
          <a:xfrm>
            <a:off x="558701" y="1359396"/>
            <a:ext cx="8026301" cy="142101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A plumber, electrician, and roofer illustrate specialist roles, compared with AI agents for code review, testing, security, and documentation">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The /agent suggestions with book-app-explainer highlighted and its read-only description visible">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Open this chapter on GitHub">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2026-10-06T21:18:18Z</dcterms:created>
  <dcterms:modified xsi:type="dcterms:W3CDTF">2026-10-06T21:18:18Z</dcterms:modified>
</cp:coreProperties>
</file>