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song-chart-skill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Ey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skill-vs-one-off-prompt.jpg">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CommentDiscussion-59636E.png">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hecklist-8250DF.png">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People-8250DF.png">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Tag-8250DF.png">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Users/danwahlin/.copilot/session-state/56a7a0da-def8-48d4-b5e8-0ac3878cb8dd/files/slides-build/icons/GoNote-8250DF.png">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Users/danwahlin/.copilot/session-state/56a7a0da-def8-48d4-b5e8-0ac3878cb8dd/files/slides-build/icons/GoAlert-CF222E.png">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11771"/>
            <a:ext cx="8121551" cy="1516261"/>
          </a:xfrm>
          <a:prstGeom prst="roundRect">
            <a:avLst>
              <a:gd name="adj" fmla="val 502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customize-skills-crop.png">    </p:cNvPr>
          <p:cNvPicPr>
            <a:picLocks noChangeAspect="1"/>
          </p:cNvPicPr>
          <p:nvPr/>
        </p:nvPicPr>
        <p:blipFill>
          <a:blip r:embed="rId4"/>
          <a:stretch>
            <a:fillRect/>
          </a:stretch>
        </p:blipFill>
        <p:spPr>
          <a:xfrm>
            <a:off x="558701" y="1359396"/>
            <a:ext cx="8026301" cy="142101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ListOrdered-8250DF.png">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Users/danwahlin/.copilot/session-state/56a7a0da-def8-48d4-b5e8-0ac3878cb8dd/files/slides-build/icons/GoAlert-9A6700.png">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X-CF222E.png">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Eye-1A7F37.png">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hiring-specialist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Tools-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Book-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g-1A7F37.png">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Users/danwahlin/.copilot/session-state/56a7a0da-def8-48d4-b5e8-0ac3878cb8dd/files/slides-build/icons/GoLock-1A7F37.png">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Users/danwahlin/.copilot/session-state/56a7a0da-def8-48d4-b5e8-0ac3878cb8dd/files/slides-build/icons/GoNote-1A7F37.png">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agent-picker-crop.png">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Lock-1A7F37.png">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Unlock-CF222E.png">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erson-0969DA.png">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2026-10-06T07:11:16Z</dcterms:created>
  <dcterms:modified xsi:type="dcterms:W3CDTF">2026-10-06T07:11:16Z</dcterms:modified>
</cp:coreProperties>
</file>