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4" Type="http://schemas.openxmlformats.org/officeDocument/2006/relationships/hyperlink" Target="https://github.com/github/copilot-app-for-beginners/tree/main/05-mcp-plugins"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3" Type="http://schemas.openxmlformats.org/officeDocument/2006/relationships/image" Target="../media/image-3-2.jp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3" Type="http://schemas.openxmlformats.org/officeDocument/2006/relationships/image" Target="../media/image-5-2.jp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3" Type="http://schemas.openxmlformats.org/officeDocument/2006/relationships/image" Target="../media/image-7-2.jp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5-mcp-plugins" TargetMode="External"/><Relationship Id="rId4"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3" Type="http://schemas.openxmlformats.org/officeDocument/2006/relationships/image" Target="../media/image-14-2.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05</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5-mcp-plugins"/>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07632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7" name="Text 4"/>
          <p:cNvSpPr/>
          <p:nvPr/>
        </p:nvSpPr>
        <p:spPr>
          <a:xfrm>
            <a:off x="609600" y="1387376"/>
            <a:ext cx="5052060"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and Plugins</a:t>
            </a:r>
            <a:endParaRPr lang="en-US" sz="4000" dirty="0"/>
          </a:p>
        </p:txBody>
      </p:sp>
      <p:sp>
        <p:nvSpPr>
          <p:cNvPr id="8" name="Text 5"/>
          <p:cNvSpPr/>
          <p:nvPr/>
        </p:nvSpPr>
        <p:spPr>
          <a:xfrm>
            <a:off x="609600" y="2784277"/>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3076277"/>
            <a:ext cx="5052060"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2005013"/>
            <a:ext cx="8127950" cy="0"/>
          </a:xfrm>
          <a:prstGeom prst="line">
            <a:avLst/>
          </a:prstGeom>
          <a:noFill/>
          <a:ln w="9525">
            <a:solidFill>
              <a:srgbClr val="9CD7FF"/>
            </a:solidFill>
            <a:prstDash val="solid"/>
          </a:ln>
        </p:spPr>
      </p:sp>
      <p:sp>
        <p:nvSpPr>
          <p:cNvPr id="10" name="Shape 7"/>
          <p:cNvSpPr/>
          <p:nvPr/>
        </p:nvSpPr>
        <p:spPr>
          <a:xfrm>
            <a:off x="8631138" y="2000250"/>
            <a:ext cx="0" cy="857250"/>
          </a:xfrm>
          <a:prstGeom prst="line">
            <a:avLst/>
          </a:prstGeom>
          <a:noFill/>
          <a:ln w="9525">
            <a:solidFill>
              <a:srgbClr val="9CD7FF"/>
            </a:solidFill>
            <a:prstDash val="solid"/>
          </a:ln>
        </p:spPr>
      </p:sp>
      <p:sp>
        <p:nvSpPr>
          <p:cNvPr id="11" name="Shape 8"/>
          <p:cNvSpPr/>
          <p:nvPr/>
        </p:nvSpPr>
        <p:spPr>
          <a:xfrm>
            <a:off x="507950" y="2852738"/>
            <a:ext cx="8127950" cy="0"/>
          </a:xfrm>
          <a:prstGeom prst="line">
            <a:avLst/>
          </a:prstGeom>
          <a:noFill/>
          <a:ln w="9525">
            <a:solidFill>
              <a:srgbClr val="9CD7FF"/>
            </a:solidFill>
            <a:prstDash val="solid"/>
          </a:ln>
        </p:spPr>
      </p:sp>
      <p:sp>
        <p:nvSpPr>
          <p:cNvPr id="12" name="Shape 9"/>
          <p:cNvSpPr/>
          <p:nvPr/>
        </p:nvSpPr>
        <p:spPr>
          <a:xfrm>
            <a:off x="546050" y="2000250"/>
            <a:ext cx="0" cy="857250"/>
          </a:xfrm>
          <a:prstGeom prst="line">
            <a:avLst/>
          </a:prstGeom>
          <a:noFill/>
          <a:ln w="76200">
            <a:solidFill>
              <a:srgbClr val="0969DA"/>
            </a:solidFill>
            <a:prstDash val="solid"/>
          </a:ln>
        </p:spPr>
      </p:sp>
      <p:sp>
        <p:nvSpPr>
          <p:cNvPr id="13" name="Text 10"/>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2"/>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3"/>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3014663"/>
            <a:ext cx="8127950" cy="0"/>
          </a:xfrm>
          <a:prstGeom prst="line">
            <a:avLst/>
          </a:prstGeom>
          <a:noFill/>
          <a:ln w="9525">
            <a:solidFill>
              <a:srgbClr val="E0C5FF"/>
            </a:solidFill>
            <a:prstDash val="solid"/>
          </a:ln>
        </p:spPr>
      </p:sp>
      <p:sp>
        <p:nvSpPr>
          <p:cNvPr id="18" name="Shape 15"/>
          <p:cNvSpPr/>
          <p:nvPr/>
        </p:nvSpPr>
        <p:spPr>
          <a:xfrm>
            <a:off x="8631138" y="3009900"/>
            <a:ext cx="0" cy="857250"/>
          </a:xfrm>
          <a:prstGeom prst="line">
            <a:avLst/>
          </a:prstGeom>
          <a:noFill/>
          <a:ln w="9525">
            <a:solidFill>
              <a:srgbClr val="E0C5FF"/>
            </a:solidFill>
            <a:prstDash val="solid"/>
          </a:ln>
        </p:spPr>
      </p:sp>
      <p:sp>
        <p:nvSpPr>
          <p:cNvPr id="19" name="Shape 16"/>
          <p:cNvSpPr/>
          <p:nvPr/>
        </p:nvSpPr>
        <p:spPr>
          <a:xfrm>
            <a:off x="507950" y="3862387"/>
            <a:ext cx="8127950" cy="0"/>
          </a:xfrm>
          <a:prstGeom prst="line">
            <a:avLst/>
          </a:prstGeom>
          <a:noFill/>
          <a:ln w="9525">
            <a:solidFill>
              <a:srgbClr val="E0C5FF"/>
            </a:solidFill>
            <a:prstDash val="solid"/>
          </a:ln>
        </p:spPr>
      </p:sp>
      <p:sp>
        <p:nvSpPr>
          <p:cNvPr id="20" name="Shape 17"/>
          <p:cNvSpPr/>
          <p:nvPr/>
        </p:nvSpPr>
        <p:spPr>
          <a:xfrm>
            <a:off x="546050" y="3009900"/>
            <a:ext cx="0" cy="857250"/>
          </a:xfrm>
          <a:prstGeom prst="line">
            <a:avLst/>
          </a:prstGeom>
          <a:noFill/>
          <a:ln w="76200">
            <a:solidFill>
              <a:srgbClr val="8250DF"/>
            </a:solidFill>
            <a:prstDash val="solid"/>
          </a:ln>
        </p:spPr>
      </p:sp>
      <p:sp>
        <p:nvSpPr>
          <p:cNvPr id="21" name="Text 18"/>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20"/>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5-extending-copilot-app.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Checklist-8250DF.png">    </p:cNvPr>
          <p:cNvPicPr>
            <a:picLocks noChangeAspect="1"/>
          </p:cNvPicPr>
          <p:nvPr/>
        </p:nvPicPr>
        <p:blipFill>
          <a:blip r:embed="rId4"/>
          <a:stretch>
            <a:fillRect/>
          </a:stretch>
        </p:blipFill>
        <p:spPr>
          <a:xfrm>
            <a:off x="5086350" y="2068860"/>
            <a:ext cx="215801" cy="215801"/>
          </a:xfrm>
          <a:prstGeom prst="rect">
            <a:avLst/>
          </a:prstGeom>
        </p:spPr>
      </p:pic>
      <p:sp>
        <p:nvSpPr>
          <p:cNvPr id="13" name="Text 8"/>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9"/>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10"/>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lug-0969DA.png">    </p:cNvPr>
          <p:cNvPicPr>
            <a:picLocks noChangeAspect="1"/>
          </p:cNvPicPr>
          <p:nvPr/>
        </p:nvPicPr>
        <p:blipFill>
          <a:blip r:embed="rId5"/>
          <a:stretch>
            <a:fillRect/>
          </a:stretch>
        </p:blipFill>
        <p:spPr>
          <a:xfrm>
            <a:off x="5086350" y="3003352"/>
            <a:ext cx="215801" cy="215801"/>
          </a:xfrm>
          <a:prstGeom prst="rect">
            <a:avLst/>
          </a:prstGeom>
        </p:spPr>
      </p:pic>
      <p:sp>
        <p:nvSpPr>
          <p:cNvPr id="17" name="Text 11"/>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2"/>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3"/>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ackage-1A7F37.png">    </p:cNvPr>
          <p:cNvPicPr>
            <a:picLocks noChangeAspect="1"/>
          </p:cNvPicPr>
          <p:nvPr/>
        </p:nvPicPr>
        <p:blipFill>
          <a:blip r:embed="rId6"/>
          <a:stretch>
            <a:fillRect/>
          </a:stretch>
        </p:blipFill>
        <p:spPr>
          <a:xfrm>
            <a:off x="5086350" y="3937843"/>
            <a:ext cx="215801" cy="215801"/>
          </a:xfrm>
          <a:prstGeom prst="rect">
            <a:avLst/>
          </a:prstGeom>
        </p:spPr>
      </p:pic>
      <p:sp>
        <p:nvSpPr>
          <p:cNvPr id="21" name="Text 14"/>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5"/>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6"/>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7"/>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1" descr="/Users/danwahlin/.copilot/session-state/56a7a0da-def8-48d4-b5e8-0ac3878cb8dd/files/slides-build/icons/GoPlug-0969DA.png">    </p:cNvPr>
          <p:cNvPicPr>
            <a:picLocks noChangeAspect="1"/>
          </p:cNvPicPr>
          <p:nvPr/>
        </p:nvPicPr>
        <p:blipFill>
          <a:blip r:embed="rId3"/>
          <a:stretch>
            <a:fillRect/>
          </a:stretch>
        </p:blipFill>
        <p:spPr>
          <a:xfrm>
            <a:off x="777776" y="2078831"/>
            <a:ext cx="215801" cy="215801"/>
          </a:xfrm>
          <a:prstGeom prst="rect">
            <a:avLst/>
          </a:prstGeom>
        </p:spPr>
      </p:pic>
      <p:sp>
        <p:nvSpPr>
          <p:cNvPr id="12" name="Text 8"/>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9"/>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10"/>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1"/>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2"/>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2" descr="/Users/danwahlin/.copilot/session-state/56a7a0da-def8-48d4-b5e8-0ac3878cb8dd/files/slides-build/icons/GoPackage-1A7F37.png">    </p:cNvPr>
          <p:cNvPicPr>
            <a:picLocks noChangeAspect="1"/>
          </p:cNvPicPr>
          <p:nvPr/>
        </p:nvPicPr>
        <p:blipFill>
          <a:blip r:embed="rId4"/>
          <a:stretch>
            <a:fillRect/>
          </a:stretch>
        </p:blipFill>
        <p:spPr>
          <a:xfrm>
            <a:off x="4943326" y="2078831"/>
            <a:ext cx="215801" cy="215801"/>
          </a:xfrm>
          <a:prstGeom prst="rect">
            <a:avLst/>
          </a:prstGeom>
        </p:spPr>
      </p:pic>
      <p:sp>
        <p:nvSpPr>
          <p:cNvPr id="18" name="Text 13"/>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4"/>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5"/>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6"/>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3" descr="/Users/danwahlin/.copilot/session-state/56a7a0da-def8-48d4-b5e8-0ac3878cb8dd/files/slides-build/icons/GoAlert-9A6700.png">    </p:cNvPr>
          <p:cNvPicPr>
            <a:picLocks noChangeAspect="1"/>
          </p:cNvPicPr>
          <p:nvPr/>
        </p:nvPicPr>
        <p:blipFill>
          <a:blip r:embed="rId5"/>
          <a:stretch>
            <a:fillRect/>
          </a:stretch>
        </p:blipFill>
        <p:spPr>
          <a:xfrm>
            <a:off x="695176" y="4063752"/>
            <a:ext cx="203150" cy="203150"/>
          </a:xfrm>
          <a:prstGeom prst="rect">
            <a:avLst/>
          </a:prstGeom>
        </p:spPr>
      </p:pic>
      <p:sp>
        <p:nvSpPr>
          <p:cNvPr id="23" name="Text 17"/>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6"/>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5-least-tool-principle.jpg">    </p:cNvPr>
          <p:cNvPicPr>
            <a:picLocks noChangeAspect="1"/>
          </p:cNvPicPr>
          <p:nvPr/>
        </p:nvPicPr>
        <p:blipFill>
          <a:blip r:embed="rId3"/>
          <a:stretch>
            <a:fillRect/>
          </a:stretch>
        </p:blipFill>
        <p:spPr>
          <a:xfrm>
            <a:off x="558701" y="1752451"/>
            <a:ext cx="3962400" cy="2641550"/>
          </a:xfrm>
          <a:prstGeom prst="rect">
            <a:avLst/>
          </a:prstGeom>
        </p:spPr>
      </p:pic>
      <p:sp>
        <p:nvSpPr>
          <p:cNvPr id="11" name="Text 7"/>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Tools-1A7F37.png">    </p:cNvPr>
          <p:cNvPicPr>
            <a:picLocks noChangeAspect="1"/>
          </p:cNvPicPr>
          <p:nvPr/>
        </p:nvPicPr>
        <p:blipFill>
          <a:blip r:embed="rId4"/>
          <a:stretch>
            <a:fillRect/>
          </a:stretch>
        </p:blipFill>
        <p:spPr>
          <a:xfrm>
            <a:off x="4959251" y="2284661"/>
            <a:ext cx="215801" cy="215801"/>
          </a:xfrm>
          <a:prstGeom prst="rect">
            <a:avLst/>
          </a:prstGeom>
        </p:spPr>
      </p:pic>
      <p:sp>
        <p:nvSpPr>
          <p:cNvPr id="13" name="Text 8"/>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9"/>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10"/>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Plug-1A7F37.png">    </p:cNvPr>
          <p:cNvPicPr>
            <a:picLocks noChangeAspect="1"/>
          </p:cNvPicPr>
          <p:nvPr/>
        </p:nvPicPr>
        <p:blipFill>
          <a:blip r:embed="rId5"/>
          <a:stretch>
            <a:fillRect/>
          </a:stretch>
        </p:blipFill>
        <p:spPr>
          <a:xfrm>
            <a:off x="4959251" y="2965252"/>
            <a:ext cx="215801" cy="215801"/>
          </a:xfrm>
          <a:prstGeom prst="rect">
            <a:avLst/>
          </a:prstGeom>
        </p:spPr>
      </p:pic>
      <p:sp>
        <p:nvSpPr>
          <p:cNvPr id="17" name="Text 11"/>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2"/>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3"/>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ShieldCheck-1A7F37.png">    </p:cNvPr>
          <p:cNvPicPr>
            <a:picLocks noChangeAspect="1"/>
          </p:cNvPicPr>
          <p:nvPr/>
        </p:nvPicPr>
        <p:blipFill>
          <a:blip r:embed="rId6"/>
          <a:stretch>
            <a:fillRect/>
          </a:stretch>
        </p:blipFill>
        <p:spPr>
          <a:xfrm>
            <a:off x="4959251" y="3645843"/>
            <a:ext cx="215801" cy="215801"/>
          </a:xfrm>
          <a:prstGeom prst="rect">
            <a:avLst/>
          </a:prstGeom>
        </p:spPr>
      </p:pic>
      <p:sp>
        <p:nvSpPr>
          <p:cNvPr id="21" name="Text 14"/>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5"/>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0"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5-browser-extensions-analogy.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Plug-0969DA.png">    </p:cNvPr>
          <p:cNvPicPr>
            <a:picLocks noChangeAspect="1"/>
          </p:cNvPicPr>
          <p:nvPr/>
        </p:nvPicPr>
        <p:blipFill>
          <a:blip r:embed="rId4"/>
          <a:stretch>
            <a:fillRect/>
          </a:stretch>
        </p:blipFill>
        <p:spPr>
          <a:xfrm>
            <a:off x="5086350" y="2068860"/>
            <a:ext cx="215801" cy="215801"/>
          </a:xfrm>
          <a:prstGeom prst="rect">
            <a:avLst/>
          </a:prstGeom>
        </p:spPr>
      </p:pic>
      <p:sp>
        <p:nvSpPr>
          <p:cNvPr id="13" name="Text 8"/>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9"/>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10"/>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Book-0969DA.png">    </p:cNvPr>
          <p:cNvPicPr>
            <a:picLocks noChangeAspect="1"/>
          </p:cNvPicPr>
          <p:nvPr/>
        </p:nvPicPr>
        <p:blipFill>
          <a:blip r:embed="rId5"/>
          <a:stretch>
            <a:fillRect/>
          </a:stretch>
        </p:blipFill>
        <p:spPr>
          <a:xfrm>
            <a:off x="5086350" y="3003352"/>
            <a:ext cx="215801" cy="215801"/>
          </a:xfrm>
          <a:prstGeom prst="rect">
            <a:avLst/>
          </a:prstGeom>
        </p:spPr>
      </p:pic>
      <p:sp>
        <p:nvSpPr>
          <p:cNvPr id="17" name="Text 11"/>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2"/>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3"/>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ackage-0969DA.png">    </p:cNvPr>
          <p:cNvPicPr>
            <a:picLocks noChangeAspect="1"/>
          </p:cNvPicPr>
          <p:nvPr/>
        </p:nvPicPr>
        <p:blipFill>
          <a:blip r:embed="rId6"/>
          <a:stretch>
            <a:fillRect/>
          </a:stretch>
        </p:blipFill>
        <p:spPr>
          <a:xfrm>
            <a:off x="5086350" y="3937843"/>
            <a:ext cx="215801" cy="215801"/>
          </a:xfrm>
          <a:prstGeom prst="rect">
            <a:avLst/>
          </a:prstGeom>
        </p:spPr>
      </p:pic>
      <p:sp>
        <p:nvSpPr>
          <p:cNvPr id="21" name="Text 14"/>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5"/>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6"/>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5-context7-crop.png">    </p:cNvPr>
          <p:cNvPicPr>
            <a:picLocks noChangeAspect="1"/>
          </p:cNvPicPr>
          <p:nvPr/>
        </p:nvPicPr>
        <p:blipFill>
          <a:blip r:embed="rId3"/>
          <a:stretch>
            <a:fillRect/>
          </a:stretch>
        </p:blipFill>
        <p:spPr>
          <a:xfrm>
            <a:off x="660350" y="1612553"/>
            <a:ext cx="7823150" cy="1676400"/>
          </a:xfrm>
          <a:prstGeom prst="rect">
            <a:avLst/>
          </a:prstGeom>
        </p:spPr>
      </p:pic>
      <p:sp>
        <p:nvSpPr>
          <p:cNvPr id="11" name="Text 7"/>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8"/>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10"/>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1"/>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2"/>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3"/>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4"/>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5"/>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6"/>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7"/>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8"/>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9"/>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20"/>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1"/>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6"/>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1" descr="/Users/danwahlin/.copilot/session-state/56a7a0da-def8-48d4-b5e8-0ac3878cb8dd/files/slides-build/icons/GoGlobe-0969DA.png">    </p:cNvPr>
          <p:cNvPicPr>
            <a:picLocks noChangeAspect="1"/>
          </p:cNvPicPr>
          <p:nvPr/>
        </p:nvPicPr>
        <p:blipFill>
          <a:blip r:embed="rId3"/>
          <a:stretch>
            <a:fillRect/>
          </a:stretch>
        </p:blipFill>
        <p:spPr>
          <a:xfrm>
            <a:off x="590550" y="1657350"/>
            <a:ext cx="215801" cy="215801"/>
          </a:xfrm>
          <a:prstGeom prst="rect">
            <a:avLst/>
          </a:prstGeom>
        </p:spPr>
      </p:pic>
      <p:sp>
        <p:nvSpPr>
          <p:cNvPr id="11" name="Text 7"/>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8"/>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9"/>
          <p:cNvSpPr/>
          <p:nvPr/>
        </p:nvSpPr>
        <p:spPr>
          <a:xfrm>
            <a:off x="507950" y="2112913"/>
            <a:ext cx="3936950" cy="0"/>
          </a:xfrm>
          <a:prstGeom prst="line">
            <a:avLst/>
          </a:prstGeom>
          <a:noFill/>
          <a:ln w="9525">
            <a:solidFill>
              <a:srgbClr val="9CD7FF"/>
            </a:solidFill>
            <a:prstDash val="solid"/>
          </a:ln>
        </p:spPr>
      </p:sp>
      <p:sp>
        <p:nvSpPr>
          <p:cNvPr id="14" name="Shape 10"/>
          <p:cNvSpPr/>
          <p:nvPr/>
        </p:nvSpPr>
        <p:spPr>
          <a:xfrm>
            <a:off x="4440138" y="2108150"/>
            <a:ext cx="0" cy="1383953"/>
          </a:xfrm>
          <a:prstGeom prst="line">
            <a:avLst/>
          </a:prstGeom>
          <a:noFill/>
          <a:ln w="9525">
            <a:solidFill>
              <a:srgbClr val="9CD7FF"/>
            </a:solidFill>
            <a:prstDash val="solid"/>
          </a:ln>
        </p:spPr>
      </p:sp>
      <p:sp>
        <p:nvSpPr>
          <p:cNvPr id="15" name="Shape 11"/>
          <p:cNvSpPr/>
          <p:nvPr/>
        </p:nvSpPr>
        <p:spPr>
          <a:xfrm>
            <a:off x="507950" y="3487341"/>
            <a:ext cx="3936950" cy="0"/>
          </a:xfrm>
          <a:prstGeom prst="line">
            <a:avLst/>
          </a:prstGeom>
          <a:noFill/>
          <a:ln w="9525">
            <a:solidFill>
              <a:srgbClr val="9CD7FF"/>
            </a:solidFill>
            <a:prstDash val="solid"/>
          </a:ln>
        </p:spPr>
      </p:sp>
      <p:sp>
        <p:nvSpPr>
          <p:cNvPr id="16" name="Shape 12"/>
          <p:cNvSpPr/>
          <p:nvPr/>
        </p:nvSpPr>
        <p:spPr>
          <a:xfrm>
            <a:off x="531763" y="2108150"/>
            <a:ext cx="0" cy="1383953"/>
          </a:xfrm>
          <a:prstGeom prst="line">
            <a:avLst/>
          </a:prstGeom>
          <a:noFill/>
          <a:ln w="47625">
            <a:solidFill>
              <a:srgbClr val="0969DA"/>
            </a:solidFill>
            <a:prstDash val="solid"/>
          </a:ln>
        </p:spPr>
      </p:sp>
      <p:pic>
        <p:nvPicPr>
          <p:cNvPr id="17" name="Image 2" descr="/Users/danwahlin/.copilot/session-state/56a7a0da-def8-48d4-b5e8-0ac3878cb8dd/files/slides-build/icons/GoCopilot-0969DA.png">    </p:cNvPr>
          <p:cNvPicPr>
            <a:picLocks noChangeAspect="1"/>
          </p:cNvPicPr>
          <p:nvPr/>
        </p:nvPicPr>
        <p:blipFill>
          <a:blip r:embed="rId4"/>
          <a:stretch>
            <a:fillRect/>
          </a:stretch>
        </p:blipFill>
        <p:spPr>
          <a:xfrm>
            <a:off x="733276" y="2247751"/>
            <a:ext cx="165050" cy="165050"/>
          </a:xfrm>
          <a:prstGeom prst="rect">
            <a:avLst/>
          </a:prstGeom>
        </p:spPr>
      </p:pic>
      <p:sp>
        <p:nvSpPr>
          <p:cNvPr id="18" name="Text 13"/>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4"/>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5"/>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3" descr="/Users/danwahlin/.copilot/session-state/56a7a0da-def8-48d4-b5e8-0ac3878cb8dd/files/slides-build/icons/GoLock-1A7F37.png">    </p:cNvPr>
          <p:cNvPicPr>
            <a:picLocks noChangeAspect="1"/>
          </p:cNvPicPr>
          <p:nvPr/>
        </p:nvPicPr>
        <p:blipFill>
          <a:blip r:embed="rId5"/>
          <a:stretch>
            <a:fillRect/>
          </a:stretch>
        </p:blipFill>
        <p:spPr>
          <a:xfrm>
            <a:off x="4781401" y="1657350"/>
            <a:ext cx="215801" cy="215801"/>
          </a:xfrm>
          <a:prstGeom prst="rect">
            <a:avLst/>
          </a:prstGeom>
        </p:spPr>
      </p:pic>
      <p:sp>
        <p:nvSpPr>
          <p:cNvPr id="22" name="Text 16"/>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7"/>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8"/>
          <p:cNvSpPr/>
          <p:nvPr/>
        </p:nvSpPr>
        <p:spPr>
          <a:xfrm>
            <a:off x="4698802" y="2112913"/>
            <a:ext cx="3937099" cy="0"/>
          </a:xfrm>
          <a:prstGeom prst="line">
            <a:avLst/>
          </a:prstGeom>
          <a:noFill/>
          <a:ln w="9525">
            <a:solidFill>
              <a:srgbClr val="8CE7A5"/>
            </a:solidFill>
            <a:prstDash val="solid"/>
          </a:ln>
        </p:spPr>
      </p:sp>
      <p:sp>
        <p:nvSpPr>
          <p:cNvPr id="25" name="Shape 19"/>
          <p:cNvSpPr/>
          <p:nvPr/>
        </p:nvSpPr>
        <p:spPr>
          <a:xfrm>
            <a:off x="8631138" y="2108150"/>
            <a:ext cx="0" cy="1383953"/>
          </a:xfrm>
          <a:prstGeom prst="line">
            <a:avLst/>
          </a:prstGeom>
          <a:noFill/>
          <a:ln w="9525">
            <a:solidFill>
              <a:srgbClr val="8CE7A5"/>
            </a:solidFill>
            <a:prstDash val="solid"/>
          </a:ln>
        </p:spPr>
      </p:sp>
      <p:sp>
        <p:nvSpPr>
          <p:cNvPr id="26" name="Shape 20"/>
          <p:cNvSpPr/>
          <p:nvPr/>
        </p:nvSpPr>
        <p:spPr>
          <a:xfrm>
            <a:off x="4698802" y="3487341"/>
            <a:ext cx="3937099" cy="0"/>
          </a:xfrm>
          <a:prstGeom prst="line">
            <a:avLst/>
          </a:prstGeom>
          <a:noFill/>
          <a:ln w="9525">
            <a:solidFill>
              <a:srgbClr val="8CE7A5"/>
            </a:solidFill>
            <a:prstDash val="solid"/>
          </a:ln>
        </p:spPr>
      </p:sp>
      <p:sp>
        <p:nvSpPr>
          <p:cNvPr id="27" name="Shape 21"/>
          <p:cNvSpPr/>
          <p:nvPr/>
        </p:nvSpPr>
        <p:spPr>
          <a:xfrm>
            <a:off x="4722614" y="2108150"/>
            <a:ext cx="0" cy="1383953"/>
          </a:xfrm>
          <a:prstGeom prst="line">
            <a:avLst/>
          </a:prstGeom>
          <a:noFill/>
          <a:ln w="47625">
            <a:solidFill>
              <a:srgbClr val="1A7F37"/>
            </a:solidFill>
            <a:prstDash val="solid"/>
          </a:ln>
        </p:spPr>
      </p:sp>
      <p:pic>
        <p:nvPicPr>
          <p:cNvPr id="28" name="Image 4" descr="/Users/danwahlin/.copilot/session-state/56a7a0da-def8-48d4-b5e8-0ac3878cb8dd/files/slides-build/icons/GoCopilot-1A7F37.png">    </p:cNvPr>
          <p:cNvPicPr>
            <a:picLocks noChangeAspect="1"/>
          </p:cNvPicPr>
          <p:nvPr/>
        </p:nvPicPr>
        <p:blipFill>
          <a:blip r:embed="rId6"/>
          <a:stretch>
            <a:fillRect/>
          </a:stretch>
        </p:blipFill>
        <p:spPr>
          <a:xfrm>
            <a:off x="4924127" y="2247751"/>
            <a:ext cx="165050" cy="165050"/>
          </a:xfrm>
          <a:prstGeom prst="rect">
            <a:avLst/>
          </a:prstGeom>
        </p:spPr>
      </p:pic>
      <p:sp>
        <p:nvSpPr>
          <p:cNvPr id="29" name="Text 22"/>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3"/>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4"/>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Users/danwahlin/.copilot/session-state/56a7a0da-def8-48d4-b5e8-0ac3878cb8dd/files/slides-build/icons/GoCheckCircle-1A7F37.png">    </p:cNvPr>
          <p:cNvPicPr>
            <a:picLocks noChangeAspect="1"/>
          </p:cNvPicPr>
          <p:nvPr/>
        </p:nvPicPr>
        <p:blipFill>
          <a:blip r:embed="rId7"/>
          <a:stretch>
            <a:fillRect/>
          </a:stretch>
        </p:blipFill>
        <p:spPr>
          <a:xfrm>
            <a:off x="4886027" y="3912394"/>
            <a:ext cx="203150" cy="203150"/>
          </a:xfrm>
          <a:prstGeom prst="rect">
            <a:avLst/>
          </a:prstGeom>
        </p:spPr>
      </p:pic>
      <p:sp>
        <p:nvSpPr>
          <p:cNvPr id="33" name="Text 25"/>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0"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6"/>
          <p:cNvSpPr/>
          <p:nvPr/>
        </p:nvSpPr>
        <p:spPr>
          <a:xfrm>
            <a:off x="2132856" y="1577876"/>
            <a:ext cx="48779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5-plugins-crop.png">    </p:cNvPr>
          <p:cNvPicPr>
            <a:picLocks noChangeAspect="1"/>
          </p:cNvPicPr>
          <p:nvPr/>
        </p:nvPicPr>
        <p:blipFill>
          <a:blip r:embed="rId3"/>
          <a:stretch>
            <a:fillRect/>
          </a:stretch>
        </p:blipFill>
        <p:spPr>
          <a:xfrm>
            <a:off x="2180481" y="1625501"/>
            <a:ext cx="4782741" cy="1676400"/>
          </a:xfrm>
          <a:prstGeom prst="rect">
            <a:avLst/>
          </a:prstGeom>
        </p:spPr>
      </p:pic>
      <p:sp>
        <p:nvSpPr>
          <p:cNvPr id="11" name="Text 7"/>
          <p:cNvSpPr/>
          <p:nvPr/>
        </p:nvSpPr>
        <p:spPr>
          <a:xfrm>
            <a:off x="507950" y="3530352"/>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2" name="Text 8"/>
          <p:cNvSpPr/>
          <p:nvPr/>
        </p:nvSpPr>
        <p:spPr>
          <a:xfrm>
            <a:off x="669875"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9"/>
          <p:cNvSpPr/>
          <p:nvPr/>
        </p:nvSpPr>
        <p:spPr>
          <a:xfrm>
            <a:off x="764540"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10"/>
          <p:cNvSpPr/>
          <p:nvPr/>
        </p:nvSpPr>
        <p:spPr>
          <a:xfrm>
            <a:off x="1063526" y="3717578"/>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15" name="Text 11"/>
          <p:cNvSpPr/>
          <p:nvPr/>
        </p:nvSpPr>
        <p:spPr>
          <a:xfrm>
            <a:off x="669875" y="4047827"/>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2"/>
          <p:cNvSpPr/>
          <p:nvPr/>
        </p:nvSpPr>
        <p:spPr>
          <a:xfrm>
            <a:off x="3267968"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3"/>
          <p:cNvSpPr/>
          <p:nvPr/>
        </p:nvSpPr>
        <p:spPr>
          <a:xfrm>
            <a:off x="3429893"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3524558"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5"/>
          <p:cNvSpPr/>
          <p:nvPr/>
        </p:nvSpPr>
        <p:spPr>
          <a:xfrm>
            <a:off x="3823543" y="3717578"/>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20" name="Text 16"/>
          <p:cNvSpPr/>
          <p:nvPr/>
        </p:nvSpPr>
        <p:spPr>
          <a:xfrm>
            <a:off x="3429893" y="4047827"/>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21" name="Text 17"/>
          <p:cNvSpPr/>
          <p:nvPr/>
        </p:nvSpPr>
        <p:spPr>
          <a:xfrm>
            <a:off x="6028134"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8"/>
          <p:cNvSpPr/>
          <p:nvPr/>
        </p:nvSpPr>
        <p:spPr>
          <a:xfrm>
            <a:off x="6190059"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9"/>
          <p:cNvSpPr/>
          <p:nvPr/>
        </p:nvSpPr>
        <p:spPr>
          <a:xfrm>
            <a:off x="6284724"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20"/>
          <p:cNvSpPr/>
          <p:nvPr/>
        </p:nvSpPr>
        <p:spPr>
          <a:xfrm>
            <a:off x="6583710" y="3717578"/>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25" name="Text 21"/>
          <p:cNvSpPr/>
          <p:nvPr/>
        </p:nvSpPr>
        <p:spPr>
          <a:xfrm>
            <a:off x="6190059" y="4047827"/>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6"/>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7"/>
          <p:cNvSpPr/>
          <p:nvPr/>
        </p:nvSpPr>
        <p:spPr>
          <a:xfrm>
            <a:off x="507950" y="2151162"/>
            <a:ext cx="4572000" cy="0"/>
          </a:xfrm>
          <a:prstGeom prst="line">
            <a:avLst/>
          </a:prstGeom>
          <a:noFill/>
          <a:ln w="9525">
            <a:solidFill>
              <a:srgbClr val="E0C5FF"/>
            </a:solidFill>
            <a:prstDash val="solid"/>
          </a:ln>
        </p:spPr>
      </p:sp>
      <p:sp>
        <p:nvSpPr>
          <p:cNvPr id="11" name="Shape 8"/>
          <p:cNvSpPr/>
          <p:nvPr/>
        </p:nvSpPr>
        <p:spPr>
          <a:xfrm>
            <a:off x="5075188" y="2146399"/>
            <a:ext cx="0" cy="1929854"/>
          </a:xfrm>
          <a:prstGeom prst="line">
            <a:avLst/>
          </a:prstGeom>
          <a:noFill/>
          <a:ln w="9525">
            <a:solidFill>
              <a:srgbClr val="E0C5FF"/>
            </a:solidFill>
            <a:prstDash val="solid"/>
          </a:ln>
        </p:spPr>
      </p:sp>
      <p:sp>
        <p:nvSpPr>
          <p:cNvPr id="12" name="Shape 9"/>
          <p:cNvSpPr/>
          <p:nvPr/>
        </p:nvSpPr>
        <p:spPr>
          <a:xfrm>
            <a:off x="507950" y="4071491"/>
            <a:ext cx="4572000" cy="0"/>
          </a:xfrm>
          <a:prstGeom prst="line">
            <a:avLst/>
          </a:prstGeom>
          <a:noFill/>
          <a:ln w="9525">
            <a:solidFill>
              <a:srgbClr val="E0C5FF"/>
            </a:solidFill>
            <a:prstDash val="solid"/>
          </a:ln>
        </p:spPr>
      </p:sp>
      <p:sp>
        <p:nvSpPr>
          <p:cNvPr id="13" name="Shape 10"/>
          <p:cNvSpPr/>
          <p:nvPr/>
        </p:nvSpPr>
        <p:spPr>
          <a:xfrm>
            <a:off x="531763" y="2146399"/>
            <a:ext cx="0" cy="1929854"/>
          </a:xfrm>
          <a:prstGeom prst="line">
            <a:avLst/>
          </a:prstGeom>
          <a:noFill/>
          <a:ln w="47625">
            <a:solidFill>
              <a:srgbClr val="8250DF"/>
            </a:solidFill>
            <a:prstDash val="solid"/>
          </a:ln>
        </p:spPr>
      </p:sp>
      <p:pic>
        <p:nvPicPr>
          <p:cNvPr id="14" name="Image 1" descr="/Users/danwahlin/.copilot/session-state/56a7a0da-def8-48d4-b5e8-0ac3878cb8dd/files/slides-build/icons/GoCopilot-8250DF.png">    </p:cNvPr>
          <p:cNvPicPr>
            <a:picLocks noChangeAspect="1"/>
          </p:cNvPicPr>
          <p:nvPr/>
        </p:nvPicPr>
        <p:blipFill>
          <a:blip r:embed="rId3"/>
          <a:stretch>
            <a:fillRect/>
          </a:stretch>
        </p:blipFill>
        <p:spPr>
          <a:xfrm>
            <a:off x="733276" y="2286000"/>
            <a:ext cx="165050" cy="165050"/>
          </a:xfrm>
          <a:prstGeom prst="rect">
            <a:avLst/>
          </a:prstGeom>
        </p:spPr>
      </p:pic>
      <p:sp>
        <p:nvSpPr>
          <p:cNvPr id="15" name="Text 11"/>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2"/>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3"/>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4"/>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5"/>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2" descr="/Users/danwahlin/.copilot/session-state/56a7a0da-def8-48d4-b5e8-0ac3878cb8dd/files/slides-build/icons/GoCheckCircle-1A7F37.png">    </p:cNvPr>
          <p:cNvPicPr>
            <a:picLocks noChangeAspect="1"/>
          </p:cNvPicPr>
          <p:nvPr/>
        </p:nvPicPr>
        <p:blipFill>
          <a:blip r:embed="rId4"/>
          <a:stretch>
            <a:fillRect/>
          </a:stretch>
        </p:blipFill>
        <p:spPr>
          <a:xfrm>
            <a:off x="5578376" y="2024360"/>
            <a:ext cx="215801" cy="215801"/>
          </a:xfrm>
          <a:prstGeom prst="rect">
            <a:avLst/>
          </a:prstGeom>
        </p:spPr>
      </p:pic>
      <p:sp>
        <p:nvSpPr>
          <p:cNvPr id="21" name="Text 16"/>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7"/>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8"/>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9"/>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20"/>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1"/>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2"/>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3"/>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Info-0969DA.png">    </p:cNvPr>
          <p:cNvPicPr>
            <a:picLocks noChangeAspect="1"/>
          </p:cNvPicPr>
          <p:nvPr/>
        </p:nvPicPr>
        <p:blipFill>
          <a:blip r:embed="rId5"/>
          <a:stretch>
            <a:fillRect/>
          </a:stretch>
        </p:blipFill>
        <p:spPr>
          <a:xfrm>
            <a:off x="5495776" y="3875633"/>
            <a:ext cx="203150" cy="203150"/>
          </a:xfrm>
          <a:prstGeom prst="rect">
            <a:avLst/>
          </a:prstGeom>
        </p:spPr>
      </p:pic>
      <p:sp>
        <p:nvSpPr>
          <p:cNvPr id="30" name="Text 24"/>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BC4C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6"/>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8"/>
          <p:cNvSpPr/>
          <p:nvPr/>
        </p:nvSpPr>
        <p:spPr>
          <a:xfrm>
            <a:off x="517475" y="2454622"/>
            <a:ext cx="8108900" cy="0"/>
          </a:xfrm>
          <a:prstGeom prst="line">
            <a:avLst/>
          </a:prstGeom>
          <a:noFill/>
          <a:ln w="9525">
            <a:solidFill>
              <a:srgbClr val="9CD7FF"/>
            </a:solidFill>
            <a:prstDash val="solid"/>
          </a:ln>
        </p:spPr>
      </p:sp>
      <p:sp>
        <p:nvSpPr>
          <p:cNvPr id="12" name="Text 9"/>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10"/>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1"/>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2"/>
          <p:cNvSpPr/>
          <p:nvPr/>
        </p:nvSpPr>
        <p:spPr>
          <a:xfrm>
            <a:off x="517475" y="2925068"/>
            <a:ext cx="8108900" cy="0"/>
          </a:xfrm>
          <a:prstGeom prst="line">
            <a:avLst/>
          </a:prstGeom>
          <a:noFill/>
          <a:ln w="9525">
            <a:solidFill>
              <a:srgbClr val="D1D9E0"/>
            </a:solidFill>
            <a:prstDash val="solid"/>
          </a:ln>
        </p:spPr>
      </p:sp>
      <p:sp>
        <p:nvSpPr>
          <p:cNvPr id="16" name="Text 13"/>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4"/>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5"/>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6"/>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7"/>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8"/>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9"/>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1" descr="/Users/danwahlin/.copilot/session-state/56a7a0da-def8-48d4-b5e8-0ac3878cb8dd/files/slides-build/icons/GoShieldCheck-BC4C00.png">    </p:cNvPr>
          <p:cNvPicPr>
            <a:picLocks noChangeAspect="1"/>
          </p:cNvPicPr>
          <p:nvPr/>
        </p:nvPicPr>
        <p:blipFill>
          <a:blip r:embed="rId3"/>
          <a:stretch>
            <a:fillRect/>
          </a:stretch>
        </p:blipFill>
        <p:spPr>
          <a:xfrm>
            <a:off x="695176" y="3750022"/>
            <a:ext cx="203150" cy="203150"/>
          </a:xfrm>
          <a:prstGeom prst="rect">
            <a:avLst/>
          </a:prstGeom>
        </p:spPr>
      </p:pic>
      <p:sp>
        <p:nvSpPr>
          <p:cNvPr id="24" name="Text 20"/>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5-mcp-plugi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2026-10-05T07:03:53Z</dcterms:created>
  <dcterms:modified xsi:type="dcterms:W3CDTF">2026-10-05T07:03:53Z</dcterms:modified>
</cp:coreProperties>
</file>