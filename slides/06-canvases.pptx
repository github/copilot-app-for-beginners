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arrangement-board-canva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human-agent-shared-surface.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5"/>
          <p:cNvSpPr/>
          <p:nvPr/>
        </p:nvSpPr>
        <p:spPr>
          <a:xfrm>
            <a:off x="511076" y="1920776"/>
            <a:ext cx="4311551" cy="2305050"/>
          </a:xfrm>
          <a:prstGeom prst="roundRect">
            <a:avLst>
              <a:gd name="adj" fmla="val 33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kanban-crop.png">    </p:cNvPr>
          <p:cNvPicPr>
            <a:picLocks noChangeAspect="1"/>
          </p:cNvPicPr>
          <p:nvPr/>
        </p:nvPicPr>
        <p:blipFill>
          <a:blip r:embed="rId4"/>
          <a:stretch>
            <a:fillRect/>
          </a:stretch>
        </p:blipFill>
        <p:spPr>
          <a:xfrm>
            <a:off x="558701" y="1968401"/>
            <a:ext cx="4216301" cy="2209800"/>
          </a:xfrm>
          <a:prstGeom prst="rect">
            <a:avLst/>
          </a:prstGeom>
        </p:spPr>
      </p:pic>
      <p:sp>
        <p:nvSpPr>
          <p:cNvPr id="11" name="Text 6"/>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9"/>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3"/>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4"/>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7"/>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6-session-board-collaboration.jpg">    </p:cNvPr>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5"/>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Milestone-1A7F37.png">    </p:cNvPr>
          <p:cNvPicPr>
            <a:picLocks noChangeAspect="1"/>
          </p:cNvPicPr>
          <p:nvPr/>
        </p:nvPicPr>
        <p:blipFill>
          <a:blip r:embed="rId4"/>
          <a:stretch>
            <a:fillRect/>
          </a:stretch>
        </p:blipFill>
        <p:spPr>
          <a:xfrm>
            <a:off x="590550" y="1848148"/>
            <a:ext cx="215801" cy="215801"/>
          </a:xfrm>
          <a:prstGeom prst="rect">
            <a:avLst/>
          </a:prstGeom>
        </p:spPr>
      </p:pic>
      <p:sp>
        <p:nvSpPr>
          <p:cNvPr id="11" name="Text 6"/>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7"/>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8"/>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3" descr="/Users/danwahlin/.copilot/session-state/56a7a0da-def8-48d4-b5e8-0ac3878cb8dd/files/slides-build/icons/GoPencil-1A7F37.png">    </p:cNvPr>
          <p:cNvPicPr>
            <a:picLocks noChangeAspect="1"/>
          </p:cNvPicPr>
          <p:nvPr/>
        </p:nvPicPr>
        <p:blipFill>
          <a:blip r:embed="rId5"/>
          <a:stretch>
            <a:fillRect/>
          </a:stretch>
        </p:blipFill>
        <p:spPr>
          <a:xfrm>
            <a:off x="590550" y="2576959"/>
            <a:ext cx="215801" cy="215801"/>
          </a:xfrm>
          <a:prstGeom prst="rect">
            <a:avLst/>
          </a:prstGeom>
        </p:spPr>
      </p:pic>
      <p:sp>
        <p:nvSpPr>
          <p:cNvPr id="15" name="Text 9"/>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0"/>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1"/>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Play-1A7F37.png">    </p:cNvPr>
          <p:cNvPicPr>
            <a:picLocks noChangeAspect="1"/>
          </p:cNvPicPr>
          <p:nvPr/>
        </p:nvPicPr>
        <p:blipFill>
          <a:blip r:embed="rId6"/>
          <a:stretch>
            <a:fillRect/>
          </a:stretch>
        </p:blipFill>
        <p:spPr>
          <a:xfrm>
            <a:off x="590550" y="3404741"/>
            <a:ext cx="215801" cy="215801"/>
          </a:xfrm>
          <a:prstGeom prst="rect">
            <a:avLst/>
          </a:prstGeom>
        </p:spPr>
      </p:pic>
      <p:sp>
        <p:nvSpPr>
          <p:cNvPr id="19" name="Text 12"/>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3"/>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4"/>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Tasklist-1A7F37.png">    </p:cNvPr>
          <p:cNvPicPr>
            <a:picLocks noChangeAspect="1"/>
          </p:cNvPicPr>
          <p:nvPr/>
        </p:nvPicPr>
        <p:blipFill>
          <a:blip r:embed="rId7"/>
          <a:stretch>
            <a:fillRect/>
          </a:stretch>
        </p:blipFill>
        <p:spPr>
          <a:xfrm>
            <a:off x="590550" y="4133404"/>
            <a:ext cx="215801" cy="215801"/>
          </a:xfrm>
          <a:prstGeom prst="rect">
            <a:avLst/>
          </a:prstGeom>
        </p:spPr>
      </p:pic>
      <p:sp>
        <p:nvSpPr>
          <p:cNvPr id="23" name="Text 15"/>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6"/>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7"/>
          <p:cNvSpPr/>
          <p:nvPr/>
        </p:nvSpPr>
        <p:spPr>
          <a:xfrm>
            <a:off x="3762226" y="1624905"/>
            <a:ext cx="4870400" cy="2947541"/>
          </a:xfrm>
          <a:prstGeom prst="roundRect">
            <a:avLst>
              <a:gd name="adj" fmla="val 25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6" descr="/Users/danwahlin/.copilot/session-state/56a7a0da-def8-48d4-b5e8-0ac3878cb8dd/files/slides-build/img/06-workbench-crop.png">    </p:cNvPr>
          <p:cNvPicPr>
            <a:picLocks noChangeAspect="1"/>
          </p:cNvPicPr>
          <p:nvPr/>
        </p:nvPicPr>
        <p:blipFill>
          <a:blip r:embed="rId8"/>
          <a:stretch>
            <a:fillRect/>
          </a:stretch>
        </p:blipFill>
        <p:spPr>
          <a:xfrm>
            <a:off x="3809851" y="1672530"/>
            <a:ext cx="4775150" cy="285229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5"/>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6"/>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7"/>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Users/danwahlin/.copilot/session-state/56a7a0da-def8-48d4-b5e8-0ac3878cb8dd/files/slides-build/img/06-plan-crop.png">    </p:cNvPr>
          <p:cNvPicPr>
            <a:picLocks noChangeAspect="1"/>
          </p:cNvPicPr>
          <p:nvPr/>
        </p:nvPicPr>
        <p:blipFill>
          <a:blip r:embed="rId4"/>
          <a:stretch>
            <a:fillRect/>
          </a:stretch>
        </p:blipFill>
        <p:spPr>
          <a:xfrm>
            <a:off x="1063377" y="1920180"/>
            <a:ext cx="6380411" cy="1117550"/>
          </a:xfrm>
          <a:prstGeom prst="rect">
            <a:avLst/>
          </a:prstGeom>
        </p:spPr>
      </p:pic>
      <p:sp>
        <p:nvSpPr>
          <p:cNvPr id="13" name="Text 8"/>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9"/>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0"/>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Users/danwahlin/.copilot/session-state/56a7a0da-def8-48d4-b5e8-0ac3878cb8dd/files/slides-build/img/06-baseline-ev-crop.png">    </p:cNvPr>
          <p:cNvPicPr>
            <a:picLocks noChangeAspect="1"/>
          </p:cNvPicPr>
          <p:nvPr/>
        </p:nvPicPr>
        <p:blipFill>
          <a:blip r:embed="rId5"/>
          <a:stretch>
            <a:fillRect/>
          </a:stretch>
        </p:blipFill>
        <p:spPr>
          <a:xfrm>
            <a:off x="1063377" y="3364111"/>
            <a:ext cx="7518350" cy="490091"/>
          </a:xfrm>
          <a:prstGeom prst="rect">
            <a:avLst/>
          </a:prstGeom>
        </p:spPr>
      </p:pic>
      <p:sp>
        <p:nvSpPr>
          <p:cNvPr id="17" name="Text 11"/>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11076" y="1594693"/>
            <a:ext cx="8121551" cy="1386780"/>
          </a:xfrm>
          <a:prstGeom prst="roundRect">
            <a:avLst>
              <a:gd name="adj" fmla="val 549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implement-crop.png">    </p:cNvPr>
          <p:cNvPicPr>
            <a:picLocks noChangeAspect="1"/>
          </p:cNvPicPr>
          <p:nvPr/>
        </p:nvPicPr>
        <p:blipFill>
          <a:blip r:embed="rId4"/>
          <a:stretch>
            <a:fillRect/>
          </a:stretch>
        </p:blipFill>
        <p:spPr>
          <a:xfrm>
            <a:off x="558701" y="1642318"/>
            <a:ext cx="8026301" cy="1291530"/>
          </a:xfrm>
          <a:prstGeom prst="rect">
            <a:avLst/>
          </a:prstGeom>
        </p:spPr>
      </p:pic>
      <p:sp>
        <p:nvSpPr>
          <p:cNvPr id="11" name="Text 6"/>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17475" y="3534221"/>
            <a:ext cx="4806851" cy="0"/>
          </a:xfrm>
          <a:prstGeom prst="line">
            <a:avLst/>
          </a:prstGeom>
          <a:noFill/>
          <a:ln w="9525">
            <a:solidFill>
              <a:srgbClr val="9CD7FF"/>
            </a:solidFill>
            <a:prstDash val="solid"/>
          </a:ln>
        </p:spPr>
      </p:sp>
      <p:sp>
        <p:nvSpPr>
          <p:cNvPr id="14" name="Text 9"/>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0"/>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1"/>
          <p:cNvSpPr/>
          <p:nvPr/>
        </p:nvSpPr>
        <p:spPr>
          <a:xfrm>
            <a:off x="517475" y="3903166"/>
            <a:ext cx="4806851" cy="0"/>
          </a:xfrm>
          <a:prstGeom prst="line">
            <a:avLst/>
          </a:prstGeom>
          <a:noFill/>
          <a:ln w="9525">
            <a:solidFill>
              <a:srgbClr val="D1D9E0"/>
            </a:solidFill>
            <a:prstDash val="solid"/>
          </a:ln>
        </p:spPr>
      </p:sp>
      <p:sp>
        <p:nvSpPr>
          <p:cNvPr id="17" name="Text 12"/>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3"/>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4"/>
          <p:cNvSpPr/>
          <p:nvPr/>
        </p:nvSpPr>
        <p:spPr>
          <a:xfrm>
            <a:off x="517475" y="4272111"/>
            <a:ext cx="4806851" cy="0"/>
          </a:xfrm>
          <a:prstGeom prst="line">
            <a:avLst/>
          </a:prstGeom>
          <a:noFill/>
          <a:ln w="9525">
            <a:solidFill>
              <a:srgbClr val="D1D9E0"/>
            </a:solidFill>
            <a:prstDash val="solid"/>
          </a:ln>
        </p:spPr>
      </p:sp>
      <p:sp>
        <p:nvSpPr>
          <p:cNvPr id="20" name="Text 15"/>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6"/>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7"/>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8"/>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19"/>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3" descr="/Users/danwahlin/.copilot/session-state/56a7a0da-def8-48d4-b5e8-0ac3878cb8dd/files/slides-build/icons/GoFileDiff-8250DF.png">    </p:cNvPr>
          <p:cNvPicPr>
            <a:picLocks noChangeAspect="1"/>
          </p:cNvPicPr>
          <p:nvPr/>
        </p:nvPicPr>
        <p:blipFill>
          <a:blip r:embed="rId5"/>
          <a:stretch>
            <a:fillRect/>
          </a:stretch>
        </p:blipFill>
        <p:spPr>
          <a:xfrm>
            <a:off x="5724227" y="3822502"/>
            <a:ext cx="203150" cy="203150"/>
          </a:xfrm>
          <a:prstGeom prst="rect">
            <a:avLst/>
          </a:prstGeom>
        </p:spPr>
      </p:pic>
      <p:sp>
        <p:nvSpPr>
          <p:cNvPr id="26" name="Text 20"/>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5"/>
          <p:cNvSpPr/>
          <p:nvPr/>
        </p:nvSpPr>
        <p:spPr>
          <a:xfrm>
            <a:off x="511076" y="2204591"/>
            <a:ext cx="8121551" cy="841921"/>
          </a:xfrm>
          <a:prstGeom prst="roundRect">
            <a:avLst>
              <a:gd name="adj" fmla="val 905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validate-crop.png">    </p:cNvPr>
          <p:cNvPicPr>
            <a:picLocks noChangeAspect="1"/>
          </p:cNvPicPr>
          <p:nvPr/>
        </p:nvPicPr>
        <p:blipFill>
          <a:blip r:embed="rId4"/>
          <a:stretch>
            <a:fillRect/>
          </a:stretch>
        </p:blipFill>
        <p:spPr>
          <a:xfrm>
            <a:off x="558701" y="2252216"/>
            <a:ext cx="8026301" cy="746671"/>
          </a:xfrm>
          <a:prstGeom prst="rect">
            <a:avLst/>
          </a:prstGeom>
        </p:spPr>
      </p:pic>
      <p:sp>
        <p:nvSpPr>
          <p:cNvPr id="11" name="Text 6"/>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7"/>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8"/>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9"/>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0"/>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2"/>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3"/>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4"/>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Goal-BC4C00.png">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Users/danwahlin/.copilot/session-state/56a7a0da-def8-48d4-b5e8-0ac3878cb8dd/files/slides-build/icons/FaGithub-59636E.png">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2026-10-06T02:33:32Z</dcterms:created>
  <dcterms:modified xsi:type="dcterms:W3CDTF">2026-10-06T02:33:32Z</dcterms:modified>
</cp:coreProperties>
</file>